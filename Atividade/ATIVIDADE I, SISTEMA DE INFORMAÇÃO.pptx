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0071100" cy="5664200"/>
  <p:notesSz cx="10071100" cy="56642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theme" Target="theme/theme1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viewProps" Target="viewProps.xml" /><Relationship Id="rId2" Type="http://schemas.openxmlformats.org/officeDocument/2006/relationships/slide" Target="slides/slid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presProps" Target="presProps.xml" /><Relationship Id="rId5" Type="http://schemas.openxmlformats.org/officeDocument/2006/relationships/slide" Target="slides/slide4.xml" /><Relationship Id="rId10" Type="http://schemas.openxmlformats.org/officeDocument/2006/relationships/slide" Target="slides/slide9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tableStyles" Target="tableStyle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55332" y="1755902"/>
            <a:ext cx="8560435" cy="118948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300" b="0" i="0">
                <a:solidFill>
                  <a:srgbClr val="04617B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10665" y="3171952"/>
            <a:ext cx="7049770" cy="14160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300" b="0" i="0">
                <a:solidFill>
                  <a:srgbClr val="04617B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300" b="0" i="0">
                <a:solidFill>
                  <a:srgbClr val="04617B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892935" y="1166228"/>
            <a:ext cx="3943350" cy="39039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569710" y="1508203"/>
            <a:ext cx="3736340" cy="33896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3/21/2025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300" b="0" i="0">
                <a:solidFill>
                  <a:srgbClr val="04617B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3/21/2025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3/21/2025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theme" Target="../theme/theme1.xml" /><Relationship Id="rId5" Type="http://schemas.openxmlformats.org/officeDocument/2006/relationships/slideLayout" Target="../slideLayouts/slideLayout5.xml" /><Relationship Id="rId4" Type="http://schemas.openxmlformats.org/officeDocument/2006/relationships/slideLayout" Target="../slideLayouts/slideLayout4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66905" y="299935"/>
            <a:ext cx="8937289" cy="863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300" b="0" i="0">
                <a:solidFill>
                  <a:srgbClr val="04617B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03555" y="1302766"/>
            <a:ext cx="9063990" cy="373837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424174" y="5267706"/>
            <a:ext cx="3222752" cy="2832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03555" y="5267706"/>
            <a:ext cx="2316353" cy="2832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251192" y="5267706"/>
            <a:ext cx="2316353" cy="2832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 /><Relationship Id="rId1" Type="http://schemas.openxmlformats.org/officeDocument/2006/relationships/slideLayout" Target="../slideLayouts/slideLayout3.xml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 /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 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 /><Relationship Id="rId1" Type="http://schemas.openxmlformats.org/officeDocument/2006/relationships/slideLayout" Target="../slideLayouts/slideLayout2.xml" 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 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 /><Relationship Id="rId1" Type="http://schemas.openxmlformats.org/officeDocument/2006/relationships/slideLayout" Target="../slideLayouts/slideLayout5.xml" 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82017" y="379919"/>
            <a:ext cx="8937289" cy="863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500" spc="50" dirty="0"/>
              <a:t>SISTEMA</a:t>
            </a:r>
            <a:r>
              <a:rPr sz="5500" spc="-280" dirty="0"/>
              <a:t> </a:t>
            </a:r>
            <a:r>
              <a:rPr sz="5500" spc="110" dirty="0"/>
              <a:t>DE</a:t>
            </a:r>
            <a:r>
              <a:rPr sz="5500" spc="-280" dirty="0"/>
              <a:t> </a:t>
            </a:r>
            <a:r>
              <a:rPr sz="5500" spc="140" dirty="0"/>
              <a:t>INFORMAÇÃO!</a:t>
            </a:r>
            <a:endParaRPr sz="5500"/>
          </a:p>
        </p:txBody>
      </p:sp>
      <p:sp>
        <p:nvSpPr>
          <p:cNvPr id="3" name="object 3"/>
          <p:cNvSpPr txBox="1"/>
          <p:nvPr/>
        </p:nvSpPr>
        <p:spPr>
          <a:xfrm>
            <a:off x="582017" y="2245873"/>
            <a:ext cx="2576830" cy="12896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2080" marR="5080" indent="-120014">
              <a:lnSpc>
                <a:spcPct val="112999"/>
              </a:lnSpc>
              <a:spcBef>
                <a:spcPts val="100"/>
              </a:spcBef>
              <a:buClr>
                <a:srgbClr val="009DD9"/>
              </a:buClr>
              <a:buSzPct val="43750"/>
              <a:buFont typeface="Microsoft Sans Serif"/>
              <a:buChar char="●"/>
              <a:tabLst>
                <a:tab pos="514350" algn="l"/>
              </a:tabLst>
            </a:pPr>
            <a:r>
              <a:rPr sz="2400" spc="100" dirty="0">
                <a:latin typeface="Tahoma"/>
                <a:cs typeface="Tahoma"/>
              </a:rPr>
              <a:t>Fundamentos</a:t>
            </a:r>
            <a:r>
              <a:rPr sz="2400" spc="-90" dirty="0">
                <a:latin typeface="Tahoma"/>
                <a:cs typeface="Tahoma"/>
              </a:rPr>
              <a:t> </a:t>
            </a:r>
            <a:r>
              <a:rPr sz="2400" spc="114" dirty="0">
                <a:latin typeface="Tahoma"/>
                <a:cs typeface="Tahoma"/>
              </a:rPr>
              <a:t>do 	</a:t>
            </a:r>
            <a:r>
              <a:rPr sz="2400" spc="85" dirty="0">
                <a:latin typeface="Tahoma"/>
                <a:cs typeface="Tahoma"/>
              </a:rPr>
              <a:t>sistema</a:t>
            </a:r>
            <a:r>
              <a:rPr sz="2400" spc="-114" dirty="0">
                <a:latin typeface="Tahoma"/>
                <a:cs typeface="Tahoma"/>
              </a:rPr>
              <a:t> </a:t>
            </a:r>
            <a:r>
              <a:rPr sz="2400" spc="85" dirty="0">
                <a:latin typeface="Tahoma"/>
                <a:cs typeface="Tahoma"/>
              </a:rPr>
              <a:t>de</a:t>
            </a:r>
            <a:endParaRPr sz="2400">
              <a:latin typeface="Tahoma"/>
              <a:cs typeface="Tahoma"/>
            </a:endParaRPr>
          </a:p>
          <a:p>
            <a:pPr marL="216535">
              <a:lnSpc>
                <a:spcPct val="100000"/>
              </a:lnSpc>
              <a:spcBef>
                <a:spcPts val="565"/>
              </a:spcBef>
            </a:pPr>
            <a:r>
              <a:rPr sz="2400" spc="100" dirty="0">
                <a:latin typeface="Tahoma"/>
                <a:cs typeface="Tahoma"/>
              </a:rPr>
              <a:t>informação</a:t>
            </a:r>
            <a:r>
              <a:rPr sz="2400" spc="-105" dirty="0">
                <a:latin typeface="Tahoma"/>
                <a:cs typeface="Tahoma"/>
              </a:rPr>
              <a:t> </a:t>
            </a:r>
            <a:r>
              <a:rPr sz="2400" spc="-20" dirty="0">
                <a:latin typeface="Tahoma"/>
                <a:cs typeface="Tahoma"/>
              </a:rPr>
              <a:t>(SI);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71655" y="4016579"/>
            <a:ext cx="2469515" cy="853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2715" marR="5080" indent="-120014">
              <a:lnSpc>
                <a:spcPct val="113100"/>
              </a:lnSpc>
              <a:spcBef>
                <a:spcPts val="100"/>
              </a:spcBef>
              <a:buClr>
                <a:srgbClr val="009DD9"/>
              </a:buClr>
              <a:buSzPct val="43750"/>
              <a:buFont typeface="Microsoft Sans Serif"/>
              <a:buChar char="●"/>
              <a:tabLst>
                <a:tab pos="336550" algn="l"/>
              </a:tabLst>
            </a:pPr>
            <a:r>
              <a:rPr sz="2400" spc="70" dirty="0">
                <a:latin typeface="Tahoma"/>
                <a:cs typeface="Tahoma"/>
              </a:rPr>
              <a:t>Comercialização 	</a:t>
            </a:r>
            <a:r>
              <a:rPr sz="2400" spc="95" dirty="0">
                <a:latin typeface="Tahoma"/>
                <a:cs typeface="Tahoma"/>
              </a:rPr>
              <a:t>econômica</a:t>
            </a:r>
            <a:r>
              <a:rPr sz="2400" spc="-90" dirty="0">
                <a:latin typeface="Tahoma"/>
                <a:cs typeface="Tahoma"/>
              </a:rPr>
              <a:t> </a:t>
            </a:r>
            <a:r>
              <a:rPr sz="2400" spc="114" dirty="0">
                <a:latin typeface="Tahoma"/>
                <a:cs typeface="Tahoma"/>
              </a:rPr>
              <a:t>do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776829" y="1839675"/>
            <a:ext cx="37782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95" dirty="0">
                <a:latin typeface="Tahoma"/>
                <a:cs typeface="Tahoma"/>
              </a:rPr>
              <a:t>SI;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529179" y="2205572"/>
            <a:ext cx="2650490" cy="1282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2715" marR="5080" indent="-120014">
              <a:lnSpc>
                <a:spcPct val="114599"/>
              </a:lnSpc>
              <a:spcBef>
                <a:spcPts val="100"/>
              </a:spcBef>
              <a:buClr>
                <a:srgbClr val="009DD9"/>
              </a:buClr>
              <a:buSzPct val="43750"/>
              <a:buFont typeface="Microsoft Sans Serif"/>
              <a:buChar char="●"/>
              <a:tabLst>
                <a:tab pos="336550" algn="l"/>
              </a:tabLst>
            </a:pPr>
            <a:r>
              <a:rPr sz="2400" spc="75" dirty="0">
                <a:latin typeface="Tahoma"/>
                <a:cs typeface="Tahoma"/>
              </a:rPr>
              <a:t>Desenvolviment 	</a:t>
            </a:r>
            <a:r>
              <a:rPr sz="2400" spc="140" dirty="0">
                <a:latin typeface="Tahoma"/>
                <a:cs typeface="Tahoma"/>
              </a:rPr>
              <a:t>o</a:t>
            </a:r>
            <a:r>
              <a:rPr sz="2400" spc="-130" dirty="0">
                <a:latin typeface="Tahoma"/>
                <a:cs typeface="Tahoma"/>
              </a:rPr>
              <a:t> </a:t>
            </a:r>
            <a:r>
              <a:rPr sz="2400" spc="85" dirty="0">
                <a:latin typeface="Tahoma"/>
                <a:cs typeface="Tahoma"/>
              </a:rPr>
              <a:t>e</a:t>
            </a:r>
            <a:r>
              <a:rPr sz="2400" spc="-130" dirty="0">
                <a:latin typeface="Tahoma"/>
                <a:cs typeface="Tahoma"/>
              </a:rPr>
              <a:t> </a:t>
            </a:r>
            <a:r>
              <a:rPr sz="2400" spc="75" dirty="0">
                <a:latin typeface="Tahoma"/>
                <a:cs typeface="Tahoma"/>
              </a:rPr>
              <a:t>aplicação</a:t>
            </a:r>
            <a:r>
              <a:rPr sz="2400" spc="-125" dirty="0">
                <a:latin typeface="Tahoma"/>
                <a:cs typeface="Tahoma"/>
              </a:rPr>
              <a:t> </a:t>
            </a:r>
            <a:r>
              <a:rPr sz="2400" spc="114" dirty="0">
                <a:latin typeface="Tahoma"/>
                <a:cs typeface="Tahoma"/>
              </a:rPr>
              <a:t>do 	</a:t>
            </a:r>
            <a:r>
              <a:rPr sz="2400" spc="-25" dirty="0">
                <a:latin typeface="Tahoma"/>
                <a:cs typeface="Tahoma"/>
              </a:rPr>
              <a:t>SI;</a:t>
            </a:r>
            <a:endParaRPr sz="2400" dirty="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567279" y="3968004"/>
            <a:ext cx="2343785" cy="8858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2715" marR="5080" indent="-120014">
              <a:lnSpc>
                <a:spcPct val="117600"/>
              </a:lnSpc>
              <a:spcBef>
                <a:spcPts val="100"/>
              </a:spcBef>
              <a:buClr>
                <a:srgbClr val="009DD9"/>
              </a:buClr>
              <a:buSzPct val="43750"/>
              <a:buFont typeface="Microsoft Sans Serif"/>
              <a:buChar char="●"/>
              <a:tabLst>
                <a:tab pos="336550" algn="l"/>
              </a:tabLst>
            </a:pPr>
            <a:r>
              <a:rPr sz="2400" spc="80" dirty="0">
                <a:latin typeface="Tahoma"/>
                <a:cs typeface="Tahoma"/>
              </a:rPr>
              <a:t>Benefícios</a:t>
            </a:r>
            <a:r>
              <a:rPr sz="2400" spc="-90" dirty="0">
                <a:latin typeface="Tahoma"/>
                <a:cs typeface="Tahoma"/>
              </a:rPr>
              <a:t> </a:t>
            </a:r>
            <a:r>
              <a:rPr sz="2400" spc="35" dirty="0">
                <a:latin typeface="Tahoma"/>
                <a:cs typeface="Tahoma"/>
              </a:rPr>
              <a:t>e 	</a:t>
            </a:r>
            <a:r>
              <a:rPr sz="2400" spc="75" dirty="0">
                <a:latin typeface="Tahoma"/>
                <a:cs typeface="Tahoma"/>
              </a:rPr>
              <a:t>desvantagens</a:t>
            </a:r>
            <a:endParaRPr sz="2400">
              <a:latin typeface="Tahoma"/>
              <a:cs typeface="Tahoma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56504" y="2369396"/>
            <a:ext cx="3238499" cy="26098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77433" y="292989"/>
            <a:ext cx="5951855" cy="1143000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244475">
              <a:lnSpc>
                <a:spcPct val="100000"/>
              </a:lnSpc>
              <a:spcBef>
                <a:spcPts val="280"/>
              </a:spcBef>
              <a:tabLst>
                <a:tab pos="775335" algn="l"/>
              </a:tabLst>
            </a:pPr>
            <a:r>
              <a:rPr sz="2400" spc="114" dirty="0">
                <a:solidFill>
                  <a:srgbClr val="000000"/>
                </a:solidFill>
              </a:rPr>
              <a:t>do</a:t>
            </a:r>
            <a:r>
              <a:rPr sz="2400" dirty="0">
                <a:solidFill>
                  <a:srgbClr val="000000"/>
                </a:solidFill>
              </a:rPr>
              <a:t>	</a:t>
            </a:r>
            <a:r>
              <a:rPr sz="2400" spc="-25" dirty="0">
                <a:solidFill>
                  <a:srgbClr val="000000"/>
                </a:solidFill>
              </a:rPr>
              <a:t>SI;</a:t>
            </a:r>
            <a:endParaRPr sz="2400"/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sz="4500" spc="180" dirty="0"/>
              <a:t>FUNDAMENTOS</a:t>
            </a:r>
            <a:r>
              <a:rPr sz="4500" spc="-235" dirty="0"/>
              <a:t> </a:t>
            </a:r>
            <a:r>
              <a:rPr sz="4500" spc="260" dirty="0"/>
              <a:t>DO</a:t>
            </a:r>
            <a:r>
              <a:rPr sz="4500" spc="-235" dirty="0"/>
              <a:t> </a:t>
            </a:r>
            <a:r>
              <a:rPr sz="4500" spc="-25" dirty="0"/>
              <a:t>SI</a:t>
            </a:r>
            <a:endParaRPr sz="4500"/>
          </a:p>
        </p:txBody>
      </p:sp>
      <p:sp>
        <p:nvSpPr>
          <p:cNvPr id="3" name="object 3"/>
          <p:cNvSpPr txBox="1"/>
          <p:nvPr/>
        </p:nvSpPr>
        <p:spPr>
          <a:xfrm>
            <a:off x="966955" y="1741232"/>
            <a:ext cx="3611879" cy="3379470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 marR="5080" indent="9525">
              <a:lnSpc>
                <a:spcPct val="116599"/>
              </a:lnSpc>
              <a:spcBef>
                <a:spcPts val="80"/>
              </a:spcBef>
            </a:pPr>
            <a:r>
              <a:rPr sz="2400" spc="114" dirty="0">
                <a:latin typeface="Tahoma"/>
                <a:cs typeface="Tahoma"/>
              </a:rPr>
              <a:t>Compreender</a:t>
            </a:r>
            <a:r>
              <a:rPr sz="2400" spc="-125" dirty="0">
                <a:latin typeface="Tahoma"/>
                <a:cs typeface="Tahoma"/>
              </a:rPr>
              <a:t> </a:t>
            </a:r>
            <a:r>
              <a:rPr sz="2400" spc="75" dirty="0">
                <a:latin typeface="Tahoma"/>
                <a:cs typeface="Tahoma"/>
              </a:rPr>
              <a:t>os </a:t>
            </a:r>
            <a:r>
              <a:rPr sz="2400" spc="110" dirty="0">
                <a:latin typeface="Tahoma"/>
                <a:cs typeface="Tahoma"/>
              </a:rPr>
              <a:t>fundamentos</a:t>
            </a:r>
            <a:r>
              <a:rPr sz="2400" spc="-130" dirty="0">
                <a:latin typeface="Tahoma"/>
                <a:cs typeface="Tahoma"/>
              </a:rPr>
              <a:t> </a:t>
            </a:r>
            <a:r>
              <a:rPr sz="2400" spc="140" dirty="0">
                <a:latin typeface="Tahoma"/>
                <a:cs typeface="Tahoma"/>
              </a:rPr>
              <a:t>do</a:t>
            </a:r>
            <a:r>
              <a:rPr sz="2400" spc="-125" dirty="0">
                <a:latin typeface="Tahoma"/>
                <a:cs typeface="Tahoma"/>
              </a:rPr>
              <a:t> </a:t>
            </a:r>
            <a:r>
              <a:rPr sz="2400" spc="60" dirty="0">
                <a:latin typeface="Tahoma"/>
                <a:cs typeface="Tahoma"/>
              </a:rPr>
              <a:t>Sistema </a:t>
            </a:r>
            <a:r>
              <a:rPr sz="2400" spc="110" dirty="0">
                <a:latin typeface="Tahoma"/>
                <a:cs typeface="Tahoma"/>
              </a:rPr>
              <a:t>de</a:t>
            </a:r>
            <a:r>
              <a:rPr sz="2400" spc="-114" dirty="0">
                <a:latin typeface="Tahoma"/>
                <a:cs typeface="Tahoma"/>
              </a:rPr>
              <a:t> </a:t>
            </a:r>
            <a:r>
              <a:rPr sz="2400" spc="85" dirty="0">
                <a:latin typeface="Tahoma"/>
                <a:cs typeface="Tahoma"/>
              </a:rPr>
              <a:t>Informação</a:t>
            </a:r>
            <a:r>
              <a:rPr sz="2400" spc="-114" dirty="0">
                <a:latin typeface="Tahoma"/>
                <a:cs typeface="Tahoma"/>
              </a:rPr>
              <a:t> </a:t>
            </a:r>
            <a:r>
              <a:rPr sz="2400" spc="35" dirty="0">
                <a:latin typeface="Tahoma"/>
                <a:cs typeface="Tahoma"/>
              </a:rPr>
              <a:t>é</a:t>
            </a:r>
            <a:endParaRPr sz="2400">
              <a:latin typeface="Tahoma"/>
              <a:cs typeface="Tahoma"/>
            </a:endParaRPr>
          </a:p>
          <a:p>
            <a:pPr marL="12700" marR="620395">
              <a:lnSpc>
                <a:spcPct val="100699"/>
              </a:lnSpc>
              <a:spcBef>
                <a:spcPts val="475"/>
              </a:spcBef>
            </a:pPr>
            <a:r>
              <a:rPr sz="2400" spc="100" dirty="0">
                <a:latin typeface="Tahoma"/>
                <a:cs typeface="Tahoma"/>
              </a:rPr>
              <a:t>fundamental</a:t>
            </a:r>
            <a:r>
              <a:rPr sz="2400" spc="-100" dirty="0">
                <a:latin typeface="Tahoma"/>
                <a:cs typeface="Tahoma"/>
              </a:rPr>
              <a:t> </a:t>
            </a:r>
            <a:r>
              <a:rPr sz="2400" spc="85" dirty="0">
                <a:latin typeface="Tahoma"/>
                <a:cs typeface="Tahoma"/>
              </a:rPr>
              <a:t>para</a:t>
            </a:r>
            <a:r>
              <a:rPr sz="2400" spc="-95" dirty="0">
                <a:latin typeface="Tahoma"/>
                <a:cs typeface="Tahoma"/>
              </a:rPr>
              <a:t> </a:t>
            </a:r>
            <a:r>
              <a:rPr sz="2400" spc="45" dirty="0">
                <a:latin typeface="Tahoma"/>
                <a:cs typeface="Tahoma"/>
              </a:rPr>
              <a:t>se </a:t>
            </a:r>
            <a:r>
              <a:rPr sz="2400" spc="80" dirty="0">
                <a:latin typeface="Tahoma"/>
                <a:cs typeface="Tahoma"/>
              </a:rPr>
              <a:t>atuar</a:t>
            </a:r>
            <a:endParaRPr sz="2400">
              <a:latin typeface="Tahoma"/>
              <a:cs typeface="Tahoma"/>
            </a:endParaRPr>
          </a:p>
          <a:p>
            <a:pPr marL="31750" marR="33020" algn="just">
              <a:lnSpc>
                <a:spcPts val="3379"/>
              </a:lnSpc>
              <a:spcBef>
                <a:spcPts val="35"/>
              </a:spcBef>
            </a:pPr>
            <a:r>
              <a:rPr sz="2400" spc="100" dirty="0">
                <a:latin typeface="Tahoma"/>
                <a:cs typeface="Tahoma"/>
              </a:rPr>
              <a:t>na</a:t>
            </a:r>
            <a:r>
              <a:rPr sz="2400" spc="-125" dirty="0">
                <a:latin typeface="Tahoma"/>
                <a:cs typeface="Tahoma"/>
              </a:rPr>
              <a:t> </a:t>
            </a:r>
            <a:r>
              <a:rPr sz="2400" spc="75" dirty="0">
                <a:latin typeface="Tahoma"/>
                <a:cs typeface="Tahoma"/>
              </a:rPr>
              <a:t>área</a:t>
            </a:r>
            <a:r>
              <a:rPr sz="2400" spc="-125" dirty="0">
                <a:latin typeface="Tahoma"/>
                <a:cs typeface="Tahoma"/>
              </a:rPr>
              <a:t> </a:t>
            </a:r>
            <a:r>
              <a:rPr sz="2400" spc="105" dirty="0">
                <a:latin typeface="Tahoma"/>
                <a:cs typeface="Tahoma"/>
              </a:rPr>
              <a:t>da</a:t>
            </a:r>
            <a:r>
              <a:rPr sz="2400" spc="-125" dirty="0">
                <a:latin typeface="Tahoma"/>
                <a:cs typeface="Tahoma"/>
              </a:rPr>
              <a:t> </a:t>
            </a:r>
            <a:r>
              <a:rPr sz="2400" spc="90" dirty="0">
                <a:latin typeface="Tahoma"/>
                <a:cs typeface="Tahoma"/>
              </a:rPr>
              <a:t>tecnologia</a:t>
            </a:r>
            <a:r>
              <a:rPr sz="2400" spc="-120" dirty="0">
                <a:latin typeface="Tahoma"/>
                <a:cs typeface="Tahoma"/>
              </a:rPr>
              <a:t> </a:t>
            </a:r>
            <a:r>
              <a:rPr sz="2400" spc="80" dirty="0">
                <a:latin typeface="Tahoma"/>
                <a:cs typeface="Tahoma"/>
              </a:rPr>
              <a:t>da </a:t>
            </a:r>
            <a:r>
              <a:rPr sz="2400" spc="85" dirty="0">
                <a:latin typeface="Tahoma"/>
                <a:cs typeface="Tahoma"/>
              </a:rPr>
              <a:t>informação.</a:t>
            </a:r>
            <a:r>
              <a:rPr sz="2400" spc="-130" dirty="0">
                <a:latin typeface="Tahoma"/>
                <a:cs typeface="Tahoma"/>
              </a:rPr>
              <a:t> </a:t>
            </a:r>
            <a:r>
              <a:rPr sz="2400" spc="114" dirty="0">
                <a:latin typeface="Tahoma"/>
                <a:cs typeface="Tahoma"/>
              </a:rPr>
              <a:t>Dado</a:t>
            </a:r>
            <a:r>
              <a:rPr sz="2400" spc="-125" dirty="0">
                <a:latin typeface="Tahoma"/>
                <a:cs typeface="Tahoma"/>
              </a:rPr>
              <a:t> </a:t>
            </a:r>
            <a:r>
              <a:rPr sz="2400" spc="65" dirty="0">
                <a:latin typeface="Tahoma"/>
                <a:cs typeface="Tahoma"/>
              </a:rPr>
              <a:t>que,</a:t>
            </a:r>
            <a:r>
              <a:rPr sz="2400" spc="-125" dirty="0">
                <a:latin typeface="Tahoma"/>
                <a:cs typeface="Tahoma"/>
              </a:rPr>
              <a:t> </a:t>
            </a:r>
            <a:r>
              <a:rPr sz="2400" spc="90" dirty="0">
                <a:latin typeface="Tahoma"/>
                <a:cs typeface="Tahoma"/>
              </a:rPr>
              <a:t>o </a:t>
            </a:r>
            <a:r>
              <a:rPr sz="2400" spc="140" dirty="0">
                <a:latin typeface="Tahoma"/>
                <a:cs typeface="Tahoma"/>
              </a:rPr>
              <a:t>mesmo</a:t>
            </a:r>
            <a:r>
              <a:rPr sz="2400" spc="-120" dirty="0">
                <a:latin typeface="Tahoma"/>
                <a:cs typeface="Tahoma"/>
              </a:rPr>
              <a:t> </a:t>
            </a:r>
            <a:r>
              <a:rPr sz="2400" spc="85" dirty="0">
                <a:latin typeface="Tahoma"/>
                <a:cs typeface="Tahoma"/>
              </a:rPr>
              <a:t>é</a:t>
            </a:r>
            <a:r>
              <a:rPr sz="2400" spc="-120" dirty="0">
                <a:latin typeface="Tahoma"/>
                <a:cs typeface="Tahoma"/>
              </a:rPr>
              <a:t> </a:t>
            </a:r>
            <a:r>
              <a:rPr sz="2400" spc="75" dirty="0">
                <a:latin typeface="Tahoma"/>
                <a:cs typeface="Tahoma"/>
              </a:rPr>
              <a:t>a</a:t>
            </a:r>
            <a:r>
              <a:rPr sz="2400" spc="-120" dirty="0">
                <a:latin typeface="Tahoma"/>
                <a:cs typeface="Tahoma"/>
              </a:rPr>
              <a:t> </a:t>
            </a:r>
            <a:r>
              <a:rPr sz="2400" spc="85" dirty="0">
                <a:latin typeface="Tahoma"/>
                <a:cs typeface="Tahoma"/>
              </a:rPr>
              <a:t>base</a:t>
            </a:r>
            <a:r>
              <a:rPr sz="2400" spc="-120" dirty="0">
                <a:latin typeface="Tahoma"/>
                <a:cs typeface="Tahoma"/>
              </a:rPr>
              <a:t> </a:t>
            </a:r>
            <a:r>
              <a:rPr sz="2400" spc="114" dirty="0">
                <a:latin typeface="Tahoma"/>
                <a:cs typeface="Tahoma"/>
              </a:rPr>
              <a:t>do</a:t>
            </a:r>
            <a:endParaRPr sz="240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32504" y="3236171"/>
            <a:ext cx="4676774" cy="242802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66955" y="313253"/>
            <a:ext cx="3112770" cy="8832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9525">
              <a:lnSpc>
                <a:spcPct val="117200"/>
              </a:lnSpc>
              <a:spcBef>
                <a:spcPts val="100"/>
              </a:spcBef>
            </a:pPr>
            <a:r>
              <a:rPr sz="2400" spc="100" dirty="0">
                <a:solidFill>
                  <a:srgbClr val="000000"/>
                </a:solidFill>
              </a:rPr>
              <a:t>direcionamento</a:t>
            </a:r>
            <a:r>
              <a:rPr sz="2400" spc="-120" dirty="0">
                <a:solidFill>
                  <a:srgbClr val="000000"/>
                </a:solidFill>
              </a:rPr>
              <a:t> </a:t>
            </a:r>
            <a:r>
              <a:rPr sz="2400" spc="75" dirty="0">
                <a:solidFill>
                  <a:srgbClr val="000000"/>
                </a:solidFill>
              </a:rPr>
              <a:t>na </a:t>
            </a:r>
            <a:r>
              <a:rPr sz="2400" spc="105" dirty="0">
                <a:solidFill>
                  <a:srgbClr val="000000"/>
                </a:solidFill>
              </a:rPr>
              <a:t>tomadas</a:t>
            </a:r>
            <a:r>
              <a:rPr sz="2400" spc="-114" dirty="0">
                <a:solidFill>
                  <a:srgbClr val="000000"/>
                </a:solidFill>
              </a:rPr>
              <a:t> </a:t>
            </a:r>
            <a:r>
              <a:rPr sz="2400" spc="110" dirty="0">
                <a:solidFill>
                  <a:srgbClr val="000000"/>
                </a:solidFill>
              </a:rPr>
              <a:t>de</a:t>
            </a:r>
            <a:r>
              <a:rPr sz="2400" spc="-114" dirty="0">
                <a:solidFill>
                  <a:srgbClr val="000000"/>
                </a:solidFill>
              </a:rPr>
              <a:t> </a:t>
            </a:r>
            <a:r>
              <a:rPr sz="2400" spc="50" dirty="0">
                <a:solidFill>
                  <a:srgbClr val="000000"/>
                </a:solidFill>
              </a:rPr>
              <a:t>decisões.</a:t>
            </a:r>
            <a:endParaRPr sz="2400"/>
          </a:p>
        </p:txBody>
      </p:sp>
      <p:sp>
        <p:nvSpPr>
          <p:cNvPr id="3" name="object 3"/>
          <p:cNvSpPr txBox="1"/>
          <p:nvPr/>
        </p:nvSpPr>
        <p:spPr>
          <a:xfrm>
            <a:off x="612150" y="2170544"/>
            <a:ext cx="3529329" cy="3060065"/>
          </a:xfrm>
          <a:prstGeom prst="rect">
            <a:avLst/>
          </a:prstGeom>
        </p:spPr>
        <p:txBody>
          <a:bodyPr vert="horz" wrap="square" lIns="0" tIns="1536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10"/>
              </a:spcBef>
            </a:pPr>
            <a:r>
              <a:rPr sz="2200" dirty="0">
                <a:latin typeface="Tahoma"/>
                <a:cs typeface="Tahoma"/>
              </a:rPr>
              <a:t>01.</a:t>
            </a:r>
            <a:r>
              <a:rPr sz="2200" spc="-114" dirty="0">
                <a:latin typeface="Tahoma"/>
                <a:cs typeface="Tahoma"/>
              </a:rPr>
              <a:t> </a:t>
            </a:r>
            <a:r>
              <a:rPr sz="2200" spc="40" dirty="0">
                <a:latin typeface="Tahoma"/>
                <a:cs typeface="Tahoma"/>
              </a:rPr>
              <a:t>Definição:</a:t>
            </a:r>
            <a:endParaRPr sz="2200">
              <a:latin typeface="Tahoma"/>
              <a:cs typeface="Tahoma"/>
            </a:endParaRPr>
          </a:p>
          <a:p>
            <a:pPr marL="12700" marR="5080" indent="9525">
              <a:lnSpc>
                <a:spcPct val="103499"/>
              </a:lnSpc>
              <a:spcBef>
                <a:spcPts val="1015"/>
              </a:spcBef>
            </a:pPr>
            <a:r>
              <a:rPr sz="2200" spc="175" dirty="0">
                <a:latin typeface="Tahoma"/>
                <a:cs typeface="Tahoma"/>
              </a:rPr>
              <a:t>Um</a:t>
            </a:r>
            <a:r>
              <a:rPr sz="2200" spc="-114" dirty="0">
                <a:latin typeface="Tahoma"/>
                <a:cs typeface="Tahoma"/>
              </a:rPr>
              <a:t> </a:t>
            </a:r>
            <a:r>
              <a:rPr sz="2200" spc="-65" dirty="0">
                <a:latin typeface="Tahoma"/>
                <a:cs typeface="Tahoma"/>
              </a:rPr>
              <a:t>SI</a:t>
            </a:r>
            <a:r>
              <a:rPr sz="2200" spc="-110" dirty="0">
                <a:latin typeface="Tahoma"/>
                <a:cs typeface="Tahoma"/>
              </a:rPr>
              <a:t> </a:t>
            </a:r>
            <a:r>
              <a:rPr sz="2200" spc="65" dirty="0">
                <a:latin typeface="Tahoma"/>
                <a:cs typeface="Tahoma"/>
              </a:rPr>
              <a:t>é</a:t>
            </a:r>
            <a:r>
              <a:rPr sz="2200" spc="-114" dirty="0">
                <a:latin typeface="Tahoma"/>
                <a:cs typeface="Tahoma"/>
              </a:rPr>
              <a:t> </a:t>
            </a:r>
            <a:r>
              <a:rPr sz="2200" spc="160" dirty="0">
                <a:latin typeface="Tahoma"/>
                <a:cs typeface="Tahoma"/>
              </a:rPr>
              <a:t>um</a:t>
            </a:r>
            <a:r>
              <a:rPr sz="2200" spc="-110" dirty="0">
                <a:latin typeface="Tahoma"/>
                <a:cs typeface="Tahoma"/>
              </a:rPr>
              <a:t> </a:t>
            </a:r>
            <a:r>
              <a:rPr sz="2200" spc="65" dirty="0">
                <a:latin typeface="Tahoma"/>
                <a:cs typeface="Tahoma"/>
              </a:rPr>
              <a:t>conjunto </a:t>
            </a:r>
            <a:r>
              <a:rPr sz="2200" spc="95" dirty="0">
                <a:latin typeface="Tahoma"/>
                <a:cs typeface="Tahoma"/>
              </a:rPr>
              <a:t>organizado</a:t>
            </a:r>
            <a:r>
              <a:rPr sz="2200" spc="-95" dirty="0">
                <a:latin typeface="Tahoma"/>
                <a:cs typeface="Tahoma"/>
              </a:rPr>
              <a:t> </a:t>
            </a:r>
            <a:r>
              <a:rPr sz="2200" spc="70" dirty="0">
                <a:latin typeface="Tahoma"/>
                <a:cs typeface="Tahoma"/>
              </a:rPr>
              <a:t>de </a:t>
            </a:r>
            <a:r>
              <a:rPr sz="2200" spc="95" dirty="0">
                <a:latin typeface="Tahoma"/>
                <a:cs typeface="Tahoma"/>
              </a:rPr>
              <a:t>componentes</a:t>
            </a:r>
            <a:r>
              <a:rPr sz="2200" spc="-95" dirty="0">
                <a:latin typeface="Tahoma"/>
                <a:cs typeface="Tahoma"/>
              </a:rPr>
              <a:t> </a:t>
            </a:r>
            <a:r>
              <a:rPr sz="2200" spc="80" dirty="0">
                <a:latin typeface="Tahoma"/>
                <a:cs typeface="Tahoma"/>
              </a:rPr>
              <a:t>que </a:t>
            </a:r>
            <a:r>
              <a:rPr sz="2200" spc="65" dirty="0">
                <a:latin typeface="Tahoma"/>
                <a:cs typeface="Tahoma"/>
              </a:rPr>
              <a:t>coletam,</a:t>
            </a:r>
            <a:r>
              <a:rPr sz="2200" spc="-110" dirty="0">
                <a:latin typeface="Tahoma"/>
                <a:cs typeface="Tahoma"/>
              </a:rPr>
              <a:t> </a:t>
            </a:r>
            <a:r>
              <a:rPr sz="2200" spc="45" dirty="0">
                <a:latin typeface="Tahoma"/>
                <a:cs typeface="Tahoma"/>
              </a:rPr>
              <a:t>processa, </a:t>
            </a:r>
            <a:r>
              <a:rPr sz="2200" spc="95" dirty="0">
                <a:latin typeface="Tahoma"/>
                <a:cs typeface="Tahoma"/>
              </a:rPr>
              <a:t>armazena</a:t>
            </a:r>
            <a:r>
              <a:rPr sz="2200" spc="-105" dirty="0">
                <a:latin typeface="Tahoma"/>
                <a:cs typeface="Tahoma"/>
              </a:rPr>
              <a:t> </a:t>
            </a:r>
            <a:r>
              <a:rPr sz="2200" spc="65" dirty="0">
                <a:latin typeface="Tahoma"/>
                <a:cs typeface="Tahoma"/>
              </a:rPr>
              <a:t>e</a:t>
            </a:r>
            <a:r>
              <a:rPr sz="2200" spc="-105" dirty="0">
                <a:latin typeface="Tahoma"/>
                <a:cs typeface="Tahoma"/>
              </a:rPr>
              <a:t> </a:t>
            </a:r>
            <a:r>
              <a:rPr sz="2200" spc="75" dirty="0">
                <a:latin typeface="Tahoma"/>
                <a:cs typeface="Tahoma"/>
              </a:rPr>
              <a:t>distribui informações.</a:t>
            </a:r>
            <a:r>
              <a:rPr sz="2200" spc="-45" dirty="0">
                <a:latin typeface="Tahoma"/>
                <a:cs typeface="Tahoma"/>
              </a:rPr>
              <a:t> </a:t>
            </a:r>
            <a:r>
              <a:rPr sz="2200" dirty="0">
                <a:latin typeface="Tahoma"/>
                <a:cs typeface="Tahoma"/>
              </a:rPr>
              <a:t>Ele</a:t>
            </a:r>
            <a:r>
              <a:rPr sz="2200" spc="-45" dirty="0">
                <a:latin typeface="Tahoma"/>
                <a:cs typeface="Tahoma"/>
              </a:rPr>
              <a:t> </a:t>
            </a:r>
            <a:r>
              <a:rPr sz="2200" spc="90" dirty="0">
                <a:latin typeface="Tahoma"/>
                <a:cs typeface="Tahoma"/>
              </a:rPr>
              <a:t>pode </a:t>
            </a:r>
            <a:r>
              <a:rPr sz="2200" spc="80" dirty="0">
                <a:latin typeface="Tahoma"/>
                <a:cs typeface="Tahoma"/>
              </a:rPr>
              <a:t>incluir</a:t>
            </a:r>
            <a:r>
              <a:rPr sz="2200" spc="-100" dirty="0">
                <a:latin typeface="Tahoma"/>
                <a:cs typeface="Tahoma"/>
              </a:rPr>
              <a:t> </a:t>
            </a:r>
            <a:r>
              <a:rPr sz="2200" spc="65" dirty="0">
                <a:latin typeface="Tahoma"/>
                <a:cs typeface="Tahoma"/>
              </a:rPr>
              <a:t>hardware,</a:t>
            </a:r>
            <a:r>
              <a:rPr sz="2200" spc="-95" dirty="0">
                <a:latin typeface="Tahoma"/>
                <a:cs typeface="Tahoma"/>
              </a:rPr>
              <a:t> </a:t>
            </a:r>
            <a:r>
              <a:rPr sz="2200" spc="40" dirty="0">
                <a:latin typeface="Tahoma"/>
                <a:cs typeface="Tahoma"/>
              </a:rPr>
              <a:t>software,</a:t>
            </a:r>
            <a:endParaRPr sz="22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107951" y="1859747"/>
            <a:ext cx="4478655" cy="321564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 marR="1115060">
              <a:lnSpc>
                <a:spcPct val="102299"/>
              </a:lnSpc>
              <a:spcBef>
                <a:spcPts val="35"/>
              </a:spcBef>
            </a:pPr>
            <a:r>
              <a:rPr sz="2200" spc="70" dirty="0">
                <a:latin typeface="Tahoma"/>
                <a:cs typeface="Tahoma"/>
              </a:rPr>
              <a:t>dados,</a:t>
            </a:r>
            <a:r>
              <a:rPr sz="2200" spc="-105" dirty="0">
                <a:latin typeface="Tahoma"/>
                <a:cs typeface="Tahoma"/>
              </a:rPr>
              <a:t> </a:t>
            </a:r>
            <a:r>
              <a:rPr sz="2200" spc="85" dirty="0">
                <a:latin typeface="Tahoma"/>
                <a:cs typeface="Tahoma"/>
              </a:rPr>
              <a:t>processamentos</a:t>
            </a:r>
            <a:r>
              <a:rPr sz="2200" spc="-100" dirty="0">
                <a:latin typeface="Tahoma"/>
                <a:cs typeface="Tahoma"/>
              </a:rPr>
              <a:t> </a:t>
            </a:r>
            <a:r>
              <a:rPr sz="2200" spc="15" dirty="0">
                <a:latin typeface="Tahoma"/>
                <a:cs typeface="Tahoma"/>
              </a:rPr>
              <a:t>e </a:t>
            </a:r>
            <a:r>
              <a:rPr sz="2200" spc="50" dirty="0">
                <a:latin typeface="Tahoma"/>
                <a:cs typeface="Tahoma"/>
              </a:rPr>
              <a:t>pessoas.</a:t>
            </a:r>
            <a:endParaRPr sz="2200">
              <a:latin typeface="Tahoma"/>
              <a:cs typeface="Tahoma"/>
            </a:endParaRPr>
          </a:p>
          <a:p>
            <a:pPr marL="555625">
              <a:lnSpc>
                <a:spcPct val="100000"/>
              </a:lnSpc>
              <a:spcBef>
                <a:spcPts val="80"/>
              </a:spcBef>
            </a:pPr>
            <a:r>
              <a:rPr sz="1800" dirty="0">
                <a:latin typeface="Tahoma"/>
                <a:cs typeface="Tahoma"/>
              </a:rPr>
              <a:t>02.</a:t>
            </a:r>
            <a:r>
              <a:rPr sz="1800" spc="-90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Dados:</a:t>
            </a:r>
            <a:endParaRPr sz="1800">
              <a:latin typeface="Tahoma"/>
              <a:cs typeface="Tahoma"/>
            </a:endParaRPr>
          </a:p>
          <a:p>
            <a:pPr marL="555625" marR="5080">
              <a:lnSpc>
                <a:spcPct val="104099"/>
              </a:lnSpc>
              <a:spcBef>
                <a:spcPts val="975"/>
              </a:spcBef>
            </a:pPr>
            <a:r>
              <a:rPr sz="1800" dirty="0">
                <a:latin typeface="Tahoma"/>
                <a:cs typeface="Tahoma"/>
              </a:rPr>
              <a:t>São</a:t>
            </a:r>
            <a:r>
              <a:rPr sz="1800" spc="-30" dirty="0">
                <a:latin typeface="Tahoma"/>
                <a:cs typeface="Tahoma"/>
              </a:rPr>
              <a:t> </a:t>
            </a:r>
            <a:r>
              <a:rPr sz="1800" spc="75" dirty="0">
                <a:latin typeface="Tahoma"/>
                <a:cs typeface="Tahoma"/>
              </a:rPr>
              <a:t>informações</a:t>
            </a:r>
            <a:r>
              <a:rPr sz="1800" spc="-25" dirty="0">
                <a:latin typeface="Tahoma"/>
                <a:cs typeface="Tahoma"/>
              </a:rPr>
              <a:t> </a:t>
            </a:r>
            <a:r>
              <a:rPr sz="1800" spc="85" dirty="0">
                <a:latin typeface="Tahoma"/>
                <a:cs typeface="Tahoma"/>
              </a:rPr>
              <a:t>que</a:t>
            </a:r>
            <a:r>
              <a:rPr sz="1800" spc="-25" dirty="0">
                <a:latin typeface="Tahoma"/>
                <a:cs typeface="Tahoma"/>
              </a:rPr>
              <a:t> </a:t>
            </a:r>
            <a:r>
              <a:rPr sz="1800" spc="45" dirty="0">
                <a:latin typeface="Tahoma"/>
                <a:cs typeface="Tahoma"/>
              </a:rPr>
              <a:t>são </a:t>
            </a:r>
            <a:r>
              <a:rPr sz="1800" spc="65" dirty="0">
                <a:latin typeface="Tahoma"/>
                <a:cs typeface="Tahoma"/>
              </a:rPr>
              <a:t>processadas</a:t>
            </a:r>
            <a:r>
              <a:rPr sz="1800" spc="-80" dirty="0">
                <a:latin typeface="Tahoma"/>
                <a:cs typeface="Tahoma"/>
              </a:rPr>
              <a:t> </a:t>
            </a:r>
            <a:r>
              <a:rPr sz="1800" spc="55" dirty="0">
                <a:latin typeface="Tahoma"/>
                <a:cs typeface="Tahoma"/>
              </a:rPr>
              <a:t>e</a:t>
            </a:r>
            <a:r>
              <a:rPr sz="1800" spc="-75" dirty="0">
                <a:latin typeface="Tahoma"/>
                <a:cs typeface="Tahoma"/>
              </a:rPr>
              <a:t> </a:t>
            </a:r>
            <a:r>
              <a:rPr sz="1800" spc="60" dirty="0">
                <a:latin typeface="Tahoma"/>
                <a:cs typeface="Tahoma"/>
              </a:rPr>
              <a:t>analisadas</a:t>
            </a:r>
            <a:r>
              <a:rPr sz="1800" spc="-80" dirty="0">
                <a:latin typeface="Tahoma"/>
                <a:cs typeface="Tahoma"/>
              </a:rPr>
              <a:t> </a:t>
            </a:r>
            <a:r>
              <a:rPr sz="1800" spc="65" dirty="0">
                <a:latin typeface="Tahoma"/>
                <a:cs typeface="Tahoma"/>
              </a:rPr>
              <a:t>para</a:t>
            </a:r>
            <a:r>
              <a:rPr sz="1800" spc="-75" dirty="0">
                <a:latin typeface="Tahoma"/>
                <a:cs typeface="Tahoma"/>
              </a:rPr>
              <a:t> </a:t>
            </a:r>
            <a:r>
              <a:rPr sz="1800" spc="50" dirty="0">
                <a:latin typeface="Tahoma"/>
                <a:cs typeface="Tahoma"/>
              </a:rPr>
              <a:t>gerar </a:t>
            </a:r>
            <a:r>
              <a:rPr sz="1800" spc="60" dirty="0">
                <a:latin typeface="Tahoma"/>
                <a:cs typeface="Tahoma"/>
              </a:rPr>
              <a:t>conhecimento.</a:t>
            </a:r>
            <a:endParaRPr sz="1800">
              <a:latin typeface="Tahoma"/>
              <a:cs typeface="Tahoma"/>
            </a:endParaRPr>
          </a:p>
          <a:p>
            <a:pPr marL="555625" marR="114300">
              <a:lnSpc>
                <a:spcPct val="102299"/>
              </a:lnSpc>
              <a:spcBef>
                <a:spcPts val="980"/>
              </a:spcBef>
            </a:pPr>
            <a:r>
              <a:rPr sz="1800" spc="-80" dirty="0">
                <a:latin typeface="Tahoma"/>
                <a:cs typeface="Tahoma"/>
              </a:rPr>
              <a:t>-</a:t>
            </a:r>
            <a:r>
              <a:rPr sz="1800" spc="60" dirty="0">
                <a:latin typeface="Tahoma"/>
                <a:cs typeface="Tahoma"/>
              </a:rPr>
              <a:t>Procedimentos:</a:t>
            </a:r>
            <a:r>
              <a:rPr sz="1800" spc="-75" dirty="0">
                <a:latin typeface="Tahoma"/>
                <a:cs typeface="Tahoma"/>
              </a:rPr>
              <a:t> </a:t>
            </a:r>
            <a:r>
              <a:rPr sz="1800" spc="50" dirty="0">
                <a:latin typeface="Tahoma"/>
                <a:cs typeface="Tahoma"/>
              </a:rPr>
              <a:t>Regras</a:t>
            </a:r>
            <a:r>
              <a:rPr sz="1800" spc="-70" dirty="0">
                <a:latin typeface="Tahoma"/>
                <a:cs typeface="Tahoma"/>
              </a:rPr>
              <a:t> </a:t>
            </a:r>
            <a:r>
              <a:rPr sz="1800" spc="55" dirty="0">
                <a:latin typeface="Tahoma"/>
                <a:cs typeface="Tahoma"/>
              </a:rPr>
              <a:t>e</a:t>
            </a:r>
            <a:r>
              <a:rPr sz="1800" spc="-70" dirty="0">
                <a:latin typeface="Tahoma"/>
                <a:cs typeface="Tahoma"/>
              </a:rPr>
              <a:t> </a:t>
            </a:r>
            <a:r>
              <a:rPr sz="1800" spc="45" dirty="0">
                <a:latin typeface="Tahoma"/>
                <a:cs typeface="Tahoma"/>
              </a:rPr>
              <a:t>diretrizes </a:t>
            </a:r>
            <a:r>
              <a:rPr sz="1800" spc="85" dirty="0">
                <a:latin typeface="Tahoma"/>
                <a:cs typeface="Tahoma"/>
              </a:rPr>
              <a:t>que</a:t>
            </a:r>
            <a:r>
              <a:rPr sz="1800" spc="-85" dirty="0">
                <a:latin typeface="Tahoma"/>
                <a:cs typeface="Tahoma"/>
              </a:rPr>
              <a:t> </a:t>
            </a:r>
            <a:r>
              <a:rPr sz="1800" spc="80" dirty="0">
                <a:latin typeface="Tahoma"/>
                <a:cs typeface="Tahoma"/>
              </a:rPr>
              <a:t>definem</a:t>
            </a:r>
            <a:r>
              <a:rPr sz="1800" spc="-80" dirty="0">
                <a:latin typeface="Tahoma"/>
                <a:cs typeface="Tahoma"/>
              </a:rPr>
              <a:t> </a:t>
            </a:r>
            <a:r>
              <a:rPr sz="1800" spc="100" dirty="0">
                <a:latin typeface="Tahoma"/>
                <a:cs typeface="Tahoma"/>
              </a:rPr>
              <a:t>como</a:t>
            </a:r>
            <a:r>
              <a:rPr sz="1800" spc="-80" dirty="0">
                <a:latin typeface="Tahoma"/>
                <a:cs typeface="Tahoma"/>
              </a:rPr>
              <a:t> </a:t>
            </a:r>
            <a:r>
              <a:rPr sz="1800" spc="80" dirty="0">
                <a:latin typeface="Tahoma"/>
                <a:cs typeface="Tahoma"/>
              </a:rPr>
              <a:t>os</a:t>
            </a:r>
            <a:r>
              <a:rPr sz="1800" spc="-85" dirty="0">
                <a:latin typeface="Tahoma"/>
                <a:cs typeface="Tahoma"/>
              </a:rPr>
              <a:t> </a:t>
            </a:r>
            <a:r>
              <a:rPr sz="1800" spc="80" dirty="0">
                <a:latin typeface="Tahoma"/>
                <a:cs typeface="Tahoma"/>
              </a:rPr>
              <a:t>dados</a:t>
            </a:r>
            <a:r>
              <a:rPr sz="1800" spc="-80" dirty="0">
                <a:latin typeface="Tahoma"/>
                <a:cs typeface="Tahoma"/>
              </a:rPr>
              <a:t> </a:t>
            </a:r>
            <a:r>
              <a:rPr sz="1800" spc="45" dirty="0">
                <a:latin typeface="Tahoma"/>
                <a:cs typeface="Tahoma"/>
              </a:rPr>
              <a:t>são </a:t>
            </a:r>
            <a:r>
              <a:rPr sz="1800" spc="50" dirty="0">
                <a:latin typeface="Tahoma"/>
                <a:cs typeface="Tahoma"/>
              </a:rPr>
              <a:t>coletados,</a:t>
            </a:r>
            <a:r>
              <a:rPr sz="1800" spc="-70" dirty="0">
                <a:latin typeface="Tahoma"/>
                <a:cs typeface="Tahoma"/>
              </a:rPr>
              <a:t> </a:t>
            </a:r>
            <a:r>
              <a:rPr sz="1800" spc="70" dirty="0">
                <a:latin typeface="Tahoma"/>
                <a:cs typeface="Tahoma"/>
              </a:rPr>
              <a:t>processados</a:t>
            </a:r>
            <a:r>
              <a:rPr sz="1800" spc="-70" dirty="0">
                <a:latin typeface="Tahoma"/>
                <a:cs typeface="Tahoma"/>
              </a:rPr>
              <a:t> </a:t>
            </a:r>
            <a:r>
              <a:rPr sz="1800" spc="5" dirty="0">
                <a:latin typeface="Tahoma"/>
                <a:cs typeface="Tahoma"/>
              </a:rPr>
              <a:t>e </a:t>
            </a:r>
            <a:r>
              <a:rPr sz="1800" spc="55" dirty="0">
                <a:latin typeface="Tahoma"/>
                <a:cs typeface="Tahoma"/>
              </a:rPr>
              <a:t>distribuídos.</a:t>
            </a:r>
            <a:endParaRPr sz="1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55076" y="452268"/>
            <a:ext cx="37890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ahoma"/>
                <a:cs typeface="Tahoma"/>
              </a:rPr>
              <a:t>-</a:t>
            </a:r>
            <a:r>
              <a:rPr sz="1800" spc="13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Pessoas:</a:t>
            </a:r>
            <a:r>
              <a:rPr sz="1800" spc="130" dirty="0">
                <a:latin typeface="Tahoma"/>
                <a:cs typeface="Tahoma"/>
              </a:rPr>
              <a:t> </a:t>
            </a:r>
            <a:r>
              <a:rPr sz="1800" spc="80" dirty="0">
                <a:latin typeface="Tahoma"/>
                <a:cs typeface="Tahoma"/>
              </a:rPr>
              <a:t>Usuários</a:t>
            </a:r>
            <a:r>
              <a:rPr sz="1800" spc="45" dirty="0">
                <a:latin typeface="Tahoma"/>
                <a:cs typeface="Tahoma"/>
              </a:rPr>
              <a:t> </a:t>
            </a:r>
            <a:r>
              <a:rPr sz="1800" spc="85" dirty="0">
                <a:latin typeface="Tahoma"/>
                <a:cs typeface="Tahoma"/>
              </a:rPr>
              <a:t>que</a:t>
            </a:r>
            <a:r>
              <a:rPr sz="1800" spc="50" dirty="0">
                <a:latin typeface="Tahoma"/>
                <a:cs typeface="Tahoma"/>
              </a:rPr>
              <a:t> </a:t>
            </a:r>
            <a:r>
              <a:rPr sz="1800" spc="65" dirty="0">
                <a:latin typeface="Tahoma"/>
                <a:cs typeface="Tahoma"/>
              </a:rPr>
              <a:t>interagem</a:t>
            </a:r>
            <a:endParaRPr sz="1800" dirty="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650876" y="318727"/>
            <a:ext cx="31000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65" dirty="0">
                <a:latin typeface="Tahoma"/>
                <a:cs typeface="Tahoma"/>
              </a:rPr>
              <a:t>desenvolvedores</a:t>
            </a:r>
            <a:r>
              <a:rPr sz="1800" spc="-90" dirty="0">
                <a:latin typeface="Tahoma"/>
                <a:cs typeface="Tahoma"/>
              </a:rPr>
              <a:t> </a:t>
            </a:r>
            <a:r>
              <a:rPr sz="1800" spc="55" dirty="0">
                <a:latin typeface="Tahoma"/>
                <a:cs typeface="Tahoma"/>
              </a:rPr>
              <a:t>e</a:t>
            </a:r>
            <a:r>
              <a:rPr sz="1800" spc="-90" dirty="0">
                <a:latin typeface="Tahoma"/>
                <a:cs typeface="Tahoma"/>
              </a:rPr>
              <a:t> </a:t>
            </a:r>
            <a:r>
              <a:rPr sz="1800" spc="40" dirty="0">
                <a:latin typeface="Tahoma"/>
                <a:cs typeface="Tahoma"/>
              </a:rPr>
              <a:t>gerentes.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62952" y="2387889"/>
            <a:ext cx="3702685" cy="2893695"/>
          </a:xfrm>
          <a:prstGeom prst="rect">
            <a:avLst/>
          </a:prstGeom>
        </p:spPr>
        <p:txBody>
          <a:bodyPr vert="horz" wrap="square" lIns="0" tIns="143510" rIns="0" bIns="0" rtlCol="0">
            <a:spAutoFit/>
          </a:bodyPr>
          <a:lstStyle/>
          <a:p>
            <a:pPr marL="22225">
              <a:lnSpc>
                <a:spcPct val="100000"/>
              </a:lnSpc>
              <a:spcBef>
                <a:spcPts val="1130"/>
              </a:spcBef>
            </a:pPr>
            <a:r>
              <a:rPr sz="1800" spc="-10" dirty="0">
                <a:latin typeface="Tahoma"/>
                <a:cs typeface="Tahoma"/>
              </a:rPr>
              <a:t>sistema:</a:t>
            </a:r>
            <a:endParaRPr sz="1800">
              <a:latin typeface="Tahoma"/>
              <a:cs typeface="Tahoma"/>
            </a:endParaRPr>
          </a:p>
          <a:p>
            <a:pPr marL="12700" marR="314960" indent="142240">
              <a:lnSpc>
                <a:spcPct val="102200"/>
              </a:lnSpc>
              <a:spcBef>
                <a:spcPts val="985"/>
              </a:spcBef>
              <a:buChar char="-"/>
              <a:tabLst>
                <a:tab pos="154940" algn="l"/>
              </a:tabLst>
            </a:pPr>
            <a:r>
              <a:rPr sz="1800" spc="55" dirty="0">
                <a:latin typeface="Tahoma"/>
                <a:cs typeface="Tahoma"/>
              </a:rPr>
              <a:t>Sistema</a:t>
            </a:r>
            <a:r>
              <a:rPr sz="1800" spc="-75" dirty="0">
                <a:latin typeface="Tahoma"/>
                <a:cs typeface="Tahoma"/>
              </a:rPr>
              <a:t> </a:t>
            </a:r>
            <a:r>
              <a:rPr sz="1800" spc="75" dirty="0">
                <a:latin typeface="Tahoma"/>
                <a:cs typeface="Tahoma"/>
              </a:rPr>
              <a:t>de</a:t>
            </a:r>
            <a:r>
              <a:rPr sz="1800" spc="-75" dirty="0">
                <a:latin typeface="Tahoma"/>
                <a:cs typeface="Tahoma"/>
              </a:rPr>
              <a:t> </a:t>
            </a:r>
            <a:r>
              <a:rPr sz="1800" spc="75" dirty="0">
                <a:latin typeface="Tahoma"/>
                <a:cs typeface="Tahoma"/>
              </a:rPr>
              <a:t>processamento</a:t>
            </a:r>
            <a:r>
              <a:rPr sz="1800" spc="-70" dirty="0">
                <a:latin typeface="Tahoma"/>
                <a:cs typeface="Tahoma"/>
              </a:rPr>
              <a:t> </a:t>
            </a:r>
            <a:r>
              <a:rPr sz="1800" spc="50" dirty="0">
                <a:latin typeface="Tahoma"/>
                <a:cs typeface="Tahoma"/>
              </a:rPr>
              <a:t>de </a:t>
            </a:r>
            <a:r>
              <a:rPr sz="1800" spc="60" dirty="0">
                <a:latin typeface="Tahoma"/>
                <a:cs typeface="Tahoma"/>
              </a:rPr>
              <a:t>transação</a:t>
            </a:r>
            <a:r>
              <a:rPr sz="1800" spc="-60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(SPT):</a:t>
            </a:r>
            <a:endParaRPr sz="1800">
              <a:latin typeface="Tahoma"/>
              <a:cs typeface="Tahoma"/>
            </a:endParaRPr>
          </a:p>
          <a:p>
            <a:pPr marL="22225" marR="28575" indent="132715">
              <a:lnSpc>
                <a:spcPct val="102200"/>
              </a:lnSpc>
              <a:spcBef>
                <a:spcPts val="985"/>
              </a:spcBef>
              <a:buChar char="-"/>
              <a:tabLst>
                <a:tab pos="154940" algn="l"/>
              </a:tabLst>
            </a:pPr>
            <a:r>
              <a:rPr sz="1800" spc="55" dirty="0">
                <a:latin typeface="Tahoma"/>
                <a:cs typeface="Tahoma"/>
              </a:rPr>
              <a:t>Sistema</a:t>
            </a:r>
            <a:r>
              <a:rPr sz="1800" spc="-80" dirty="0">
                <a:latin typeface="Tahoma"/>
                <a:cs typeface="Tahoma"/>
              </a:rPr>
              <a:t> </a:t>
            </a:r>
            <a:r>
              <a:rPr sz="1800" spc="75" dirty="0">
                <a:latin typeface="Tahoma"/>
                <a:cs typeface="Tahoma"/>
              </a:rPr>
              <a:t>de</a:t>
            </a:r>
            <a:r>
              <a:rPr sz="1800" spc="-75" dirty="0">
                <a:latin typeface="Tahoma"/>
                <a:cs typeface="Tahoma"/>
              </a:rPr>
              <a:t> </a:t>
            </a:r>
            <a:r>
              <a:rPr sz="1800" spc="80" dirty="0">
                <a:latin typeface="Tahoma"/>
                <a:cs typeface="Tahoma"/>
              </a:rPr>
              <a:t>informação</a:t>
            </a:r>
            <a:r>
              <a:rPr sz="1800" spc="-80" dirty="0">
                <a:latin typeface="Tahoma"/>
                <a:cs typeface="Tahoma"/>
              </a:rPr>
              <a:t> </a:t>
            </a:r>
            <a:r>
              <a:rPr sz="1800" spc="50" dirty="0">
                <a:latin typeface="Tahoma"/>
                <a:cs typeface="Tahoma"/>
              </a:rPr>
              <a:t>gerencial </a:t>
            </a:r>
            <a:r>
              <a:rPr sz="1800" spc="-10" dirty="0">
                <a:latin typeface="Tahoma"/>
                <a:cs typeface="Tahoma"/>
              </a:rPr>
              <a:t>(SIG):</a:t>
            </a:r>
            <a:endParaRPr sz="1800">
              <a:latin typeface="Tahoma"/>
              <a:cs typeface="Tahoma"/>
            </a:endParaRPr>
          </a:p>
          <a:p>
            <a:pPr marL="22225" marR="475615" indent="132715">
              <a:lnSpc>
                <a:spcPct val="102200"/>
              </a:lnSpc>
              <a:spcBef>
                <a:spcPts val="985"/>
              </a:spcBef>
              <a:buChar char="-"/>
              <a:tabLst>
                <a:tab pos="154940" algn="l"/>
              </a:tabLst>
            </a:pPr>
            <a:r>
              <a:rPr sz="1800" spc="55" dirty="0">
                <a:latin typeface="Tahoma"/>
                <a:cs typeface="Tahoma"/>
              </a:rPr>
              <a:t>Sistema</a:t>
            </a:r>
            <a:r>
              <a:rPr sz="1800" spc="-85" dirty="0">
                <a:latin typeface="Tahoma"/>
                <a:cs typeface="Tahoma"/>
              </a:rPr>
              <a:t> </a:t>
            </a:r>
            <a:r>
              <a:rPr sz="1800" spc="75" dirty="0">
                <a:latin typeface="Tahoma"/>
                <a:cs typeface="Tahoma"/>
              </a:rPr>
              <a:t>de</a:t>
            </a:r>
            <a:r>
              <a:rPr sz="1800" spc="-85" dirty="0">
                <a:latin typeface="Tahoma"/>
                <a:cs typeface="Tahoma"/>
              </a:rPr>
              <a:t> </a:t>
            </a:r>
            <a:r>
              <a:rPr sz="1800" spc="85" dirty="0">
                <a:latin typeface="Tahoma"/>
                <a:cs typeface="Tahoma"/>
              </a:rPr>
              <a:t>Apoio</a:t>
            </a:r>
            <a:r>
              <a:rPr sz="1800" spc="-85" dirty="0">
                <a:latin typeface="Tahoma"/>
                <a:cs typeface="Tahoma"/>
              </a:rPr>
              <a:t> </a:t>
            </a:r>
            <a:r>
              <a:rPr sz="1800" spc="55" dirty="0">
                <a:latin typeface="Tahoma"/>
                <a:cs typeface="Tahoma"/>
              </a:rPr>
              <a:t>à</a:t>
            </a:r>
            <a:r>
              <a:rPr sz="1800" spc="-85" dirty="0">
                <a:latin typeface="Tahoma"/>
                <a:cs typeface="Tahoma"/>
              </a:rPr>
              <a:t> </a:t>
            </a:r>
            <a:r>
              <a:rPr sz="1800" spc="50" dirty="0">
                <a:latin typeface="Tahoma"/>
                <a:cs typeface="Tahoma"/>
              </a:rPr>
              <a:t>distância </a:t>
            </a:r>
            <a:r>
              <a:rPr sz="1800" spc="-10" dirty="0">
                <a:latin typeface="Tahoma"/>
                <a:cs typeface="Tahoma"/>
              </a:rPr>
              <a:t>(SAD):</a:t>
            </a:r>
            <a:endParaRPr sz="1800">
              <a:latin typeface="Tahoma"/>
              <a:cs typeface="Tahoma"/>
            </a:endParaRPr>
          </a:p>
          <a:p>
            <a:pPr marL="154940" indent="-132715">
              <a:lnSpc>
                <a:spcPct val="100000"/>
              </a:lnSpc>
              <a:spcBef>
                <a:spcPts val="1035"/>
              </a:spcBef>
              <a:buChar char="-"/>
              <a:tabLst>
                <a:tab pos="154940" algn="l"/>
              </a:tabLst>
            </a:pPr>
            <a:r>
              <a:rPr sz="1800" spc="55" dirty="0">
                <a:latin typeface="Tahoma"/>
                <a:cs typeface="Tahoma"/>
              </a:rPr>
              <a:t>Sistema</a:t>
            </a:r>
            <a:r>
              <a:rPr sz="1800" spc="-80" dirty="0">
                <a:latin typeface="Tahoma"/>
                <a:cs typeface="Tahoma"/>
              </a:rPr>
              <a:t> </a:t>
            </a:r>
            <a:r>
              <a:rPr sz="1800" spc="75" dirty="0">
                <a:latin typeface="Tahoma"/>
                <a:cs typeface="Tahoma"/>
              </a:rPr>
              <a:t>de</a:t>
            </a:r>
            <a:r>
              <a:rPr sz="1800" spc="-75" dirty="0">
                <a:latin typeface="Tahoma"/>
                <a:cs typeface="Tahoma"/>
              </a:rPr>
              <a:t> </a:t>
            </a:r>
            <a:r>
              <a:rPr sz="1800" spc="80" dirty="0">
                <a:latin typeface="Tahoma"/>
                <a:cs typeface="Tahoma"/>
              </a:rPr>
              <a:t>informação</a:t>
            </a:r>
            <a:r>
              <a:rPr sz="1800" spc="-80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Executiva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10337" y="618447"/>
            <a:ext cx="8390255" cy="20980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4945">
              <a:lnSpc>
                <a:spcPts val="2115"/>
              </a:lnSpc>
              <a:spcBef>
                <a:spcPts val="100"/>
              </a:spcBef>
            </a:pPr>
            <a:r>
              <a:rPr sz="1800" spc="100" dirty="0">
                <a:latin typeface="Tahoma"/>
                <a:cs typeface="Tahoma"/>
              </a:rPr>
              <a:t>com</a:t>
            </a:r>
            <a:r>
              <a:rPr sz="1800" spc="-5" dirty="0">
                <a:latin typeface="Tahoma"/>
                <a:cs typeface="Tahoma"/>
              </a:rPr>
              <a:t> </a:t>
            </a:r>
            <a:r>
              <a:rPr sz="1800" spc="105" dirty="0">
                <a:latin typeface="Tahoma"/>
                <a:cs typeface="Tahoma"/>
              </a:rPr>
              <a:t>o</a:t>
            </a:r>
            <a:r>
              <a:rPr sz="1800" dirty="0">
                <a:latin typeface="Tahoma"/>
                <a:cs typeface="Tahoma"/>
              </a:rPr>
              <a:t> </a:t>
            </a:r>
            <a:r>
              <a:rPr sz="1800" spc="50" dirty="0">
                <a:latin typeface="Tahoma"/>
                <a:cs typeface="Tahoma"/>
              </a:rPr>
              <a:t>sistema,</a:t>
            </a:r>
            <a:r>
              <a:rPr sz="1800" spc="-5" dirty="0">
                <a:latin typeface="Tahoma"/>
                <a:cs typeface="Tahoma"/>
              </a:rPr>
              <a:t> </a:t>
            </a:r>
            <a:r>
              <a:rPr sz="1800" spc="75" dirty="0">
                <a:latin typeface="Tahoma"/>
                <a:cs typeface="Tahoma"/>
              </a:rPr>
              <a:t>incluindo</a:t>
            </a:r>
            <a:r>
              <a:rPr sz="1800" dirty="0">
                <a:latin typeface="Tahoma"/>
                <a:cs typeface="Tahoma"/>
              </a:rPr>
              <a:t> </a:t>
            </a:r>
            <a:r>
              <a:rPr sz="1800" spc="35" dirty="0">
                <a:latin typeface="Tahoma"/>
                <a:cs typeface="Tahoma"/>
              </a:rPr>
              <a:t>analistas,</a:t>
            </a:r>
            <a:endParaRPr lang="pt-BR" sz="1800" spc="35" dirty="0">
              <a:latin typeface="Tahoma"/>
              <a:cs typeface="Tahoma"/>
            </a:endParaRPr>
          </a:p>
          <a:p>
            <a:pPr marL="194945">
              <a:lnSpc>
                <a:spcPts val="2115"/>
              </a:lnSpc>
              <a:spcBef>
                <a:spcPts val="100"/>
              </a:spcBef>
            </a:pPr>
            <a:endParaRPr sz="1800" dirty="0">
              <a:latin typeface="Tahoma"/>
              <a:cs typeface="Tahoma"/>
            </a:endParaRPr>
          </a:p>
          <a:p>
            <a:pPr marR="136525" algn="ctr">
              <a:lnSpc>
                <a:spcPts val="5355"/>
              </a:lnSpc>
            </a:pPr>
            <a:r>
              <a:rPr sz="4500" spc="180" dirty="0">
                <a:solidFill>
                  <a:srgbClr val="04617B"/>
                </a:solidFill>
                <a:latin typeface="Tahoma"/>
                <a:cs typeface="Tahoma"/>
              </a:rPr>
              <a:t>FUNDAMENTOS</a:t>
            </a:r>
            <a:r>
              <a:rPr sz="4500" spc="-235" dirty="0">
                <a:solidFill>
                  <a:srgbClr val="04617B"/>
                </a:solidFill>
                <a:latin typeface="Tahoma"/>
                <a:cs typeface="Tahoma"/>
              </a:rPr>
              <a:t> </a:t>
            </a:r>
            <a:r>
              <a:rPr sz="4500" spc="260" dirty="0">
                <a:solidFill>
                  <a:srgbClr val="04617B"/>
                </a:solidFill>
                <a:latin typeface="Tahoma"/>
                <a:cs typeface="Tahoma"/>
              </a:rPr>
              <a:t>DO</a:t>
            </a:r>
            <a:r>
              <a:rPr sz="4500" spc="-235" dirty="0">
                <a:solidFill>
                  <a:srgbClr val="04617B"/>
                </a:solidFill>
                <a:latin typeface="Tahoma"/>
                <a:cs typeface="Tahoma"/>
              </a:rPr>
              <a:t> </a:t>
            </a:r>
            <a:r>
              <a:rPr sz="4500" spc="-25" dirty="0">
                <a:solidFill>
                  <a:srgbClr val="04617B"/>
                </a:solidFill>
                <a:latin typeface="Tahoma"/>
                <a:cs typeface="Tahoma"/>
              </a:rPr>
              <a:t>SI</a:t>
            </a:r>
            <a:endParaRPr sz="4500" dirty="0">
              <a:latin typeface="Tahoma"/>
              <a:cs typeface="Tahoma"/>
            </a:endParaRPr>
          </a:p>
          <a:p>
            <a:pPr marL="602615" algn="ctr">
              <a:lnSpc>
                <a:spcPct val="100000"/>
              </a:lnSpc>
              <a:spcBef>
                <a:spcPts val="105"/>
              </a:spcBef>
            </a:pPr>
            <a:r>
              <a:rPr sz="1800" spc="-10" dirty="0">
                <a:latin typeface="Tahoma"/>
                <a:cs typeface="Tahoma"/>
              </a:rPr>
              <a:t>(SIE):</a:t>
            </a:r>
            <a:endParaRPr sz="1800" dirty="0">
              <a:latin typeface="Tahoma"/>
              <a:cs typeface="Tahoma"/>
            </a:endParaRPr>
          </a:p>
          <a:p>
            <a:pPr marL="4803140">
              <a:lnSpc>
                <a:spcPts val="2340"/>
              </a:lnSpc>
              <a:spcBef>
                <a:spcPts val="30"/>
              </a:spcBef>
            </a:pPr>
            <a:r>
              <a:rPr sz="2100" dirty="0">
                <a:latin typeface="Tahoma"/>
                <a:cs typeface="Tahoma"/>
              </a:rPr>
              <a:t>04.</a:t>
            </a:r>
            <a:r>
              <a:rPr sz="2100" spc="-110" dirty="0">
                <a:latin typeface="Tahoma"/>
                <a:cs typeface="Tahoma"/>
              </a:rPr>
              <a:t> </a:t>
            </a:r>
            <a:r>
              <a:rPr sz="2100" spc="70" dirty="0">
                <a:latin typeface="Tahoma"/>
                <a:cs typeface="Tahoma"/>
              </a:rPr>
              <a:t>Funções</a:t>
            </a:r>
            <a:r>
              <a:rPr sz="2100" spc="-105" dirty="0">
                <a:latin typeface="Tahoma"/>
                <a:cs typeface="Tahoma"/>
              </a:rPr>
              <a:t> </a:t>
            </a:r>
            <a:r>
              <a:rPr sz="2100" spc="100" dirty="0">
                <a:latin typeface="Tahoma"/>
                <a:cs typeface="Tahoma"/>
              </a:rPr>
              <a:t>dos</a:t>
            </a:r>
            <a:r>
              <a:rPr sz="2100" spc="-105" dirty="0">
                <a:latin typeface="Tahoma"/>
                <a:cs typeface="Tahoma"/>
              </a:rPr>
              <a:t> </a:t>
            </a:r>
            <a:r>
              <a:rPr sz="2100" spc="65" dirty="0">
                <a:latin typeface="Tahoma"/>
                <a:cs typeface="Tahoma"/>
              </a:rPr>
              <a:t>Sistemas</a:t>
            </a:r>
            <a:r>
              <a:rPr sz="2100" spc="-105" dirty="0">
                <a:latin typeface="Tahoma"/>
                <a:cs typeface="Tahoma"/>
              </a:rPr>
              <a:t> </a:t>
            </a:r>
            <a:r>
              <a:rPr sz="2100" spc="70" dirty="0">
                <a:latin typeface="Tahoma"/>
                <a:cs typeface="Tahoma"/>
              </a:rPr>
              <a:t>de</a:t>
            </a:r>
            <a:endParaRPr sz="2100" dirty="0">
              <a:latin typeface="Tahoma"/>
              <a:cs typeface="Tahoma"/>
            </a:endParaRPr>
          </a:p>
          <a:p>
            <a:pPr marL="12700">
              <a:lnSpc>
                <a:spcPts val="1980"/>
              </a:lnSpc>
            </a:pPr>
            <a:r>
              <a:rPr sz="1800" dirty="0">
                <a:latin typeface="Tahoma"/>
                <a:cs typeface="Tahoma"/>
              </a:rPr>
              <a:t>03.</a:t>
            </a:r>
            <a:r>
              <a:rPr sz="1800" spc="-85" dirty="0">
                <a:latin typeface="Tahoma"/>
                <a:cs typeface="Tahoma"/>
              </a:rPr>
              <a:t> </a:t>
            </a:r>
            <a:r>
              <a:rPr sz="1800" spc="50" dirty="0">
                <a:latin typeface="Tahoma"/>
                <a:cs typeface="Tahoma"/>
              </a:rPr>
              <a:t>Tipos</a:t>
            </a:r>
            <a:r>
              <a:rPr sz="1800" spc="-85" dirty="0">
                <a:latin typeface="Tahoma"/>
                <a:cs typeface="Tahoma"/>
              </a:rPr>
              <a:t> </a:t>
            </a:r>
            <a:r>
              <a:rPr sz="1800" spc="75" dirty="0">
                <a:latin typeface="Tahoma"/>
                <a:cs typeface="Tahoma"/>
              </a:rPr>
              <a:t>de</a:t>
            </a:r>
            <a:r>
              <a:rPr sz="1800" spc="-85" dirty="0">
                <a:latin typeface="Tahoma"/>
                <a:cs typeface="Tahoma"/>
              </a:rPr>
              <a:t> </a:t>
            </a:r>
            <a:r>
              <a:rPr sz="1800" spc="80" dirty="0">
                <a:latin typeface="Tahoma"/>
                <a:cs typeface="Tahoma"/>
              </a:rPr>
              <a:t>informação</a:t>
            </a:r>
            <a:r>
              <a:rPr sz="1800" spc="-85" dirty="0">
                <a:latin typeface="Tahoma"/>
                <a:cs typeface="Tahoma"/>
              </a:rPr>
              <a:t> </a:t>
            </a:r>
            <a:r>
              <a:rPr sz="1800" spc="50" dirty="0">
                <a:latin typeface="Tahoma"/>
                <a:cs typeface="Tahoma"/>
              </a:rPr>
              <a:t>de</a:t>
            </a:r>
            <a:endParaRPr sz="1800" dirty="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763552" y="2326975"/>
            <a:ext cx="2413635" cy="2369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225">
              <a:lnSpc>
                <a:spcPct val="100000"/>
              </a:lnSpc>
              <a:spcBef>
                <a:spcPts val="100"/>
              </a:spcBef>
            </a:pPr>
            <a:r>
              <a:rPr sz="2100" spc="55" dirty="0">
                <a:latin typeface="Tahoma"/>
                <a:cs typeface="Tahoma"/>
              </a:rPr>
              <a:t>informações:</a:t>
            </a:r>
            <a:endParaRPr sz="2100">
              <a:latin typeface="Tahoma"/>
              <a:cs typeface="Tahoma"/>
            </a:endParaRPr>
          </a:p>
          <a:p>
            <a:pPr marL="167640" indent="-154940">
              <a:lnSpc>
                <a:spcPct val="100000"/>
              </a:lnSpc>
              <a:spcBef>
                <a:spcPts val="1515"/>
              </a:spcBef>
              <a:buChar char="-"/>
              <a:tabLst>
                <a:tab pos="167640" algn="l"/>
              </a:tabLst>
            </a:pPr>
            <a:r>
              <a:rPr sz="2100" spc="75" dirty="0">
                <a:latin typeface="Tahoma"/>
                <a:cs typeface="Tahoma"/>
              </a:rPr>
              <a:t>Coletar</a:t>
            </a:r>
            <a:r>
              <a:rPr sz="2100" spc="-100" dirty="0">
                <a:latin typeface="Tahoma"/>
                <a:cs typeface="Tahoma"/>
              </a:rPr>
              <a:t> </a:t>
            </a:r>
            <a:r>
              <a:rPr sz="2100" spc="50" dirty="0">
                <a:latin typeface="Tahoma"/>
                <a:cs typeface="Tahoma"/>
              </a:rPr>
              <a:t>dados:</a:t>
            </a:r>
            <a:r>
              <a:rPr sz="2100" spc="-100" dirty="0">
                <a:latin typeface="Tahoma"/>
                <a:cs typeface="Tahoma"/>
              </a:rPr>
              <a:t> </a:t>
            </a:r>
            <a:r>
              <a:rPr sz="2100" spc="-50" dirty="0">
                <a:latin typeface="Tahoma"/>
                <a:cs typeface="Tahoma"/>
              </a:rPr>
              <a:t>;</a:t>
            </a:r>
            <a:endParaRPr sz="2100">
              <a:latin typeface="Tahoma"/>
              <a:cs typeface="Tahoma"/>
            </a:endParaRPr>
          </a:p>
          <a:p>
            <a:pPr marL="167640" indent="-154940">
              <a:lnSpc>
                <a:spcPct val="100000"/>
              </a:lnSpc>
              <a:spcBef>
                <a:spcPts val="1430"/>
              </a:spcBef>
              <a:buChar char="-"/>
              <a:tabLst>
                <a:tab pos="167640" algn="l"/>
              </a:tabLst>
            </a:pPr>
            <a:r>
              <a:rPr sz="2100" spc="95" dirty="0">
                <a:latin typeface="Tahoma"/>
                <a:cs typeface="Tahoma"/>
              </a:rPr>
              <a:t>Armazenamento</a:t>
            </a:r>
            <a:r>
              <a:rPr sz="2100" spc="-80" dirty="0">
                <a:latin typeface="Tahoma"/>
                <a:cs typeface="Tahoma"/>
              </a:rPr>
              <a:t> </a:t>
            </a:r>
            <a:r>
              <a:rPr sz="2100" spc="-50" dirty="0">
                <a:latin typeface="Tahoma"/>
                <a:cs typeface="Tahoma"/>
              </a:rPr>
              <a:t>;</a:t>
            </a:r>
            <a:endParaRPr sz="2100">
              <a:latin typeface="Tahoma"/>
              <a:cs typeface="Tahoma"/>
            </a:endParaRPr>
          </a:p>
          <a:p>
            <a:pPr marL="167640" indent="-154940">
              <a:lnSpc>
                <a:spcPct val="100000"/>
              </a:lnSpc>
              <a:spcBef>
                <a:spcPts val="1455"/>
              </a:spcBef>
              <a:buChar char="-"/>
              <a:tabLst>
                <a:tab pos="167640" algn="l"/>
              </a:tabLst>
            </a:pPr>
            <a:r>
              <a:rPr sz="2100" spc="55" dirty="0">
                <a:latin typeface="Tahoma"/>
                <a:cs typeface="Tahoma"/>
              </a:rPr>
              <a:t>Processamento;</a:t>
            </a:r>
            <a:endParaRPr sz="2100">
              <a:latin typeface="Tahoma"/>
              <a:cs typeface="Tahoma"/>
            </a:endParaRPr>
          </a:p>
          <a:p>
            <a:pPr marL="167640" indent="-154940">
              <a:lnSpc>
                <a:spcPct val="100000"/>
              </a:lnSpc>
              <a:spcBef>
                <a:spcPts val="1455"/>
              </a:spcBef>
              <a:buChar char="-"/>
              <a:tabLst>
                <a:tab pos="167640" algn="l"/>
              </a:tabLst>
            </a:pPr>
            <a:r>
              <a:rPr sz="2100" spc="45" dirty="0">
                <a:latin typeface="Tahoma"/>
                <a:cs typeface="Tahoma"/>
              </a:rPr>
              <a:t>Distribuição;</a:t>
            </a:r>
            <a:endParaRPr sz="21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sz="half" idx="2"/>
          </p:nvPr>
        </p:nvSpPr>
        <p:spPr>
          <a:prstGeom prst="rect">
            <a:avLst/>
          </a:prstGeom>
        </p:spPr>
        <p:txBody>
          <a:bodyPr vert="horz" wrap="square" lIns="0" tIns="212090" rIns="0" bIns="0" rtlCol="0">
            <a:spAutoFit/>
          </a:bodyPr>
          <a:lstStyle/>
          <a:p>
            <a:pPr marL="22225">
              <a:lnSpc>
                <a:spcPct val="100000"/>
              </a:lnSpc>
              <a:spcBef>
                <a:spcPts val="1670"/>
              </a:spcBef>
            </a:pPr>
            <a:r>
              <a:rPr dirty="0"/>
              <a:t>05.</a:t>
            </a:r>
            <a:r>
              <a:rPr spc="-135" dirty="0"/>
              <a:t> </a:t>
            </a:r>
            <a:r>
              <a:rPr spc="55" dirty="0"/>
              <a:t>Importância:</a:t>
            </a:r>
          </a:p>
          <a:p>
            <a:pPr marL="12700" marR="5080" indent="19050">
              <a:lnSpc>
                <a:spcPct val="112999"/>
              </a:lnSpc>
              <a:spcBef>
                <a:spcPts val="1170"/>
              </a:spcBef>
            </a:pPr>
            <a:r>
              <a:rPr spc="130" dirty="0"/>
              <a:t>Os</a:t>
            </a:r>
            <a:r>
              <a:rPr spc="-145" dirty="0"/>
              <a:t> </a:t>
            </a:r>
            <a:r>
              <a:rPr dirty="0"/>
              <a:t>SIs</a:t>
            </a:r>
            <a:r>
              <a:rPr spc="-145" dirty="0"/>
              <a:t> </a:t>
            </a:r>
            <a:r>
              <a:rPr spc="105" dirty="0"/>
              <a:t>são</a:t>
            </a:r>
            <a:r>
              <a:rPr spc="-140" dirty="0"/>
              <a:t> </a:t>
            </a:r>
            <a:r>
              <a:rPr spc="80" dirty="0"/>
              <a:t>cruciais</a:t>
            </a:r>
            <a:r>
              <a:rPr spc="-145" dirty="0"/>
              <a:t> </a:t>
            </a:r>
            <a:r>
              <a:rPr spc="100" dirty="0"/>
              <a:t>para</a:t>
            </a:r>
            <a:r>
              <a:rPr spc="-145" dirty="0"/>
              <a:t> </a:t>
            </a:r>
            <a:r>
              <a:rPr spc="45" dirty="0"/>
              <a:t>a </a:t>
            </a:r>
            <a:r>
              <a:rPr spc="75" dirty="0"/>
              <a:t>eficiência</a:t>
            </a:r>
            <a:r>
              <a:rPr spc="-140" dirty="0"/>
              <a:t> </a:t>
            </a:r>
            <a:r>
              <a:rPr spc="85" dirty="0"/>
              <a:t>operacional,</a:t>
            </a:r>
            <a:r>
              <a:rPr spc="-135" dirty="0"/>
              <a:t> </a:t>
            </a:r>
            <a:r>
              <a:rPr spc="45" dirty="0"/>
              <a:t>e </a:t>
            </a:r>
            <a:r>
              <a:rPr spc="130" dirty="0"/>
              <a:t>tomada</a:t>
            </a:r>
            <a:r>
              <a:rPr spc="-130" dirty="0"/>
              <a:t> </a:t>
            </a:r>
            <a:r>
              <a:rPr spc="120" dirty="0"/>
              <a:t>de</a:t>
            </a:r>
            <a:r>
              <a:rPr spc="-130" dirty="0"/>
              <a:t> </a:t>
            </a:r>
            <a:r>
              <a:rPr spc="70" dirty="0"/>
              <a:t>decisões.</a:t>
            </a:r>
            <a:r>
              <a:rPr spc="-130" dirty="0"/>
              <a:t> </a:t>
            </a:r>
            <a:r>
              <a:rPr spc="30" dirty="0"/>
              <a:t>Eles </a:t>
            </a:r>
            <a:r>
              <a:rPr spc="105" dirty="0"/>
              <a:t>ajudam</a:t>
            </a:r>
            <a:r>
              <a:rPr spc="-135" dirty="0"/>
              <a:t> </a:t>
            </a:r>
            <a:r>
              <a:rPr spc="95" dirty="0"/>
              <a:t>a</a:t>
            </a:r>
            <a:r>
              <a:rPr spc="-135" dirty="0"/>
              <a:t> </a:t>
            </a:r>
            <a:r>
              <a:rPr spc="95" dirty="0"/>
              <a:t>automatizar </a:t>
            </a:r>
            <a:r>
              <a:rPr spc="75" dirty="0"/>
              <a:t>processos,</a:t>
            </a:r>
            <a:r>
              <a:rPr spc="-110" dirty="0"/>
              <a:t> </a:t>
            </a:r>
            <a:r>
              <a:rPr spc="120" dirty="0"/>
              <a:t>melhorar</a:t>
            </a:r>
            <a:r>
              <a:rPr spc="-105" dirty="0"/>
              <a:t> </a:t>
            </a:r>
            <a:r>
              <a:rPr spc="35" dirty="0"/>
              <a:t>a </a:t>
            </a:r>
            <a:r>
              <a:rPr spc="105" dirty="0"/>
              <a:t>comunicação</a:t>
            </a:r>
            <a:r>
              <a:rPr spc="-114" dirty="0"/>
              <a:t> </a:t>
            </a:r>
            <a:r>
              <a:rPr spc="95" dirty="0"/>
              <a:t>e</a:t>
            </a:r>
            <a:r>
              <a:rPr spc="-110" dirty="0"/>
              <a:t> </a:t>
            </a:r>
            <a:r>
              <a:rPr spc="70" dirty="0"/>
              <a:t>facilitar</a:t>
            </a:r>
            <a:r>
              <a:rPr spc="-114" dirty="0"/>
              <a:t> </a:t>
            </a:r>
            <a:r>
              <a:rPr spc="45" dirty="0"/>
              <a:t>a </a:t>
            </a:r>
            <a:r>
              <a:rPr spc="85" dirty="0"/>
              <a:t>análise</a:t>
            </a:r>
            <a:r>
              <a:rPr spc="-125" dirty="0"/>
              <a:t> </a:t>
            </a:r>
            <a:r>
              <a:rPr spc="120" dirty="0"/>
              <a:t>de</a:t>
            </a:r>
            <a:r>
              <a:rPr spc="-120" dirty="0"/>
              <a:t> </a:t>
            </a:r>
            <a:r>
              <a:rPr spc="75" dirty="0"/>
              <a:t>dados.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579235" y="1001474"/>
            <a:ext cx="184213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000000"/>
                </a:solidFill>
              </a:rPr>
              <a:t>06.</a:t>
            </a:r>
            <a:r>
              <a:rPr sz="2400" spc="-125" dirty="0">
                <a:solidFill>
                  <a:srgbClr val="000000"/>
                </a:solidFill>
              </a:rPr>
              <a:t> </a:t>
            </a:r>
            <a:r>
              <a:rPr sz="2400" spc="35" dirty="0">
                <a:solidFill>
                  <a:srgbClr val="000000"/>
                </a:solidFill>
              </a:rPr>
              <a:t>Desafios:</a:t>
            </a:r>
            <a:endParaRPr sz="2400"/>
          </a:p>
        </p:txBody>
      </p:sp>
      <p:sp>
        <p:nvSpPr>
          <p:cNvPr id="4" name="object 4"/>
          <p:cNvSpPr txBox="1">
            <a:spLocks noGrp="1"/>
          </p:cNvSpPr>
          <p:nvPr>
            <p:ph sz="half" idx="3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22225" marR="5080" indent="-9525">
              <a:lnSpc>
                <a:spcPct val="115199"/>
              </a:lnSpc>
              <a:spcBef>
                <a:spcPts val="50"/>
              </a:spcBef>
            </a:pPr>
            <a:r>
              <a:rPr spc="85" dirty="0"/>
              <a:t>A</a:t>
            </a:r>
            <a:r>
              <a:rPr spc="-110" dirty="0"/>
              <a:t> </a:t>
            </a:r>
            <a:r>
              <a:rPr spc="100" dirty="0"/>
              <a:t>implementação</a:t>
            </a:r>
            <a:r>
              <a:rPr spc="-105" dirty="0"/>
              <a:t> </a:t>
            </a:r>
            <a:r>
              <a:rPr spc="85" dirty="0"/>
              <a:t>e</a:t>
            </a:r>
            <a:r>
              <a:rPr spc="-110" dirty="0"/>
              <a:t> </a:t>
            </a:r>
            <a:r>
              <a:rPr spc="25" dirty="0"/>
              <a:t>a </a:t>
            </a:r>
            <a:r>
              <a:rPr spc="105" dirty="0"/>
              <a:t>manutenção</a:t>
            </a:r>
            <a:r>
              <a:rPr spc="-125" dirty="0"/>
              <a:t> </a:t>
            </a:r>
            <a:r>
              <a:rPr spc="140" dirty="0"/>
              <a:t>do</a:t>
            </a:r>
            <a:r>
              <a:rPr spc="-125" dirty="0"/>
              <a:t> </a:t>
            </a:r>
            <a:r>
              <a:rPr spc="-65" dirty="0"/>
              <a:t>SI</a:t>
            </a:r>
            <a:r>
              <a:rPr spc="-125" dirty="0"/>
              <a:t> </a:t>
            </a:r>
            <a:r>
              <a:rPr spc="120" dirty="0"/>
              <a:t>podem </a:t>
            </a:r>
            <a:r>
              <a:rPr spc="85" dirty="0"/>
              <a:t>enfrentar</a:t>
            </a:r>
            <a:r>
              <a:rPr spc="-114" dirty="0"/>
              <a:t> </a:t>
            </a:r>
            <a:r>
              <a:rPr spc="85" dirty="0"/>
              <a:t>desafios</a:t>
            </a:r>
            <a:r>
              <a:rPr spc="-110" dirty="0"/>
              <a:t> </a:t>
            </a:r>
            <a:r>
              <a:rPr spc="110" dirty="0"/>
              <a:t>como </a:t>
            </a:r>
            <a:r>
              <a:rPr spc="85" dirty="0"/>
              <a:t>segurança</a:t>
            </a:r>
            <a:r>
              <a:rPr spc="-114" dirty="0"/>
              <a:t> </a:t>
            </a:r>
            <a:r>
              <a:rPr spc="110" dirty="0"/>
              <a:t>de</a:t>
            </a:r>
            <a:r>
              <a:rPr spc="-114" dirty="0"/>
              <a:t> </a:t>
            </a:r>
            <a:r>
              <a:rPr spc="65" dirty="0"/>
              <a:t>dados, </a:t>
            </a:r>
            <a:r>
              <a:rPr spc="85" dirty="0"/>
              <a:t>integração</a:t>
            </a:r>
            <a:r>
              <a:rPr spc="-125" dirty="0"/>
              <a:t> </a:t>
            </a:r>
            <a:r>
              <a:rPr spc="110" dirty="0"/>
              <a:t>de</a:t>
            </a:r>
            <a:r>
              <a:rPr spc="-120" dirty="0"/>
              <a:t> </a:t>
            </a:r>
            <a:r>
              <a:rPr spc="50" dirty="0"/>
              <a:t>sistemas, </a:t>
            </a:r>
            <a:r>
              <a:rPr spc="70" dirty="0"/>
              <a:t>resistência</a:t>
            </a:r>
            <a:r>
              <a:rPr spc="-130" dirty="0"/>
              <a:t> </a:t>
            </a:r>
            <a:r>
              <a:rPr spc="75" dirty="0"/>
              <a:t>à</a:t>
            </a:r>
            <a:r>
              <a:rPr spc="-125" dirty="0"/>
              <a:t> </a:t>
            </a:r>
            <a:r>
              <a:rPr spc="105" dirty="0"/>
              <a:t>mudanças</a:t>
            </a:r>
            <a:r>
              <a:rPr spc="-125" dirty="0"/>
              <a:t> </a:t>
            </a:r>
            <a:r>
              <a:rPr spc="35" dirty="0"/>
              <a:t>e </a:t>
            </a:r>
            <a:r>
              <a:rPr spc="80" dirty="0"/>
              <a:t>necessidades</a:t>
            </a:r>
            <a:r>
              <a:rPr spc="-90" dirty="0"/>
              <a:t> </a:t>
            </a:r>
            <a:r>
              <a:rPr spc="85" dirty="0"/>
              <a:t>de </a:t>
            </a:r>
            <a:r>
              <a:rPr spc="70" dirty="0"/>
              <a:t>atualização</a:t>
            </a:r>
            <a:r>
              <a:rPr spc="-80" dirty="0"/>
              <a:t> </a:t>
            </a:r>
            <a:r>
              <a:rPr spc="55" dirty="0"/>
              <a:t>constante.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225">
              <a:lnSpc>
                <a:spcPct val="100000"/>
              </a:lnSpc>
              <a:spcBef>
                <a:spcPts val="100"/>
              </a:spcBef>
            </a:pPr>
            <a:r>
              <a:rPr spc="165" dirty="0"/>
              <a:t>Desenvolvimento</a:t>
            </a:r>
            <a:r>
              <a:rPr spc="-210" dirty="0"/>
              <a:t> </a:t>
            </a:r>
            <a:r>
              <a:rPr spc="155" dirty="0"/>
              <a:t>e</a:t>
            </a:r>
            <a:r>
              <a:rPr spc="-204" dirty="0"/>
              <a:t> </a:t>
            </a:r>
            <a:r>
              <a:rPr spc="135" dirty="0"/>
              <a:t>aplicação</a:t>
            </a:r>
            <a:r>
              <a:rPr spc="-204" dirty="0"/>
              <a:t> </a:t>
            </a:r>
            <a:r>
              <a:rPr spc="254" dirty="0"/>
              <a:t>do</a:t>
            </a:r>
            <a:r>
              <a:rPr spc="-204" dirty="0"/>
              <a:t> </a:t>
            </a:r>
            <a:r>
              <a:rPr spc="-25" dirty="0"/>
              <a:t>SI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66955" y="1677131"/>
            <a:ext cx="3830954" cy="299021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 marR="5080" indent="19050">
              <a:lnSpc>
                <a:spcPct val="115900"/>
              </a:lnSpc>
              <a:spcBef>
                <a:spcPts val="75"/>
              </a:spcBef>
            </a:pPr>
            <a:r>
              <a:rPr sz="2100" spc="85" dirty="0">
                <a:latin typeface="Tahoma"/>
                <a:cs typeface="Tahoma"/>
              </a:rPr>
              <a:t>Em</a:t>
            </a:r>
            <a:r>
              <a:rPr sz="2100" spc="-95" dirty="0">
                <a:latin typeface="Tahoma"/>
                <a:cs typeface="Tahoma"/>
              </a:rPr>
              <a:t> </a:t>
            </a:r>
            <a:r>
              <a:rPr sz="2100" spc="80" dirty="0">
                <a:latin typeface="Tahoma"/>
                <a:cs typeface="Tahoma"/>
              </a:rPr>
              <a:t>seu</a:t>
            </a:r>
            <a:r>
              <a:rPr sz="2100" spc="-95" dirty="0">
                <a:latin typeface="Tahoma"/>
                <a:cs typeface="Tahoma"/>
              </a:rPr>
              <a:t> </a:t>
            </a:r>
            <a:r>
              <a:rPr sz="2100" spc="80" dirty="0">
                <a:latin typeface="Tahoma"/>
                <a:cs typeface="Tahoma"/>
              </a:rPr>
              <a:t>desenvolvimento</a:t>
            </a:r>
            <a:r>
              <a:rPr sz="2100" spc="-95" dirty="0">
                <a:latin typeface="Tahoma"/>
                <a:cs typeface="Tahoma"/>
              </a:rPr>
              <a:t> </a:t>
            </a:r>
            <a:r>
              <a:rPr sz="2100" spc="25" dirty="0">
                <a:latin typeface="Tahoma"/>
                <a:cs typeface="Tahoma"/>
              </a:rPr>
              <a:t>e </a:t>
            </a:r>
            <a:r>
              <a:rPr sz="2100" spc="70" dirty="0">
                <a:latin typeface="Tahoma"/>
                <a:cs typeface="Tahoma"/>
              </a:rPr>
              <a:t>aplicação</a:t>
            </a:r>
            <a:r>
              <a:rPr sz="2100" spc="-114" dirty="0">
                <a:latin typeface="Tahoma"/>
                <a:cs typeface="Tahoma"/>
              </a:rPr>
              <a:t> </a:t>
            </a:r>
            <a:r>
              <a:rPr sz="2100" spc="75" dirty="0">
                <a:latin typeface="Tahoma"/>
                <a:cs typeface="Tahoma"/>
              </a:rPr>
              <a:t>é</a:t>
            </a:r>
            <a:r>
              <a:rPr sz="2100" spc="-110" dirty="0">
                <a:latin typeface="Tahoma"/>
                <a:cs typeface="Tahoma"/>
              </a:rPr>
              <a:t> </a:t>
            </a:r>
            <a:r>
              <a:rPr sz="2100" spc="80" dirty="0">
                <a:latin typeface="Tahoma"/>
                <a:cs typeface="Tahoma"/>
              </a:rPr>
              <a:t>extremamento </a:t>
            </a:r>
            <a:r>
              <a:rPr sz="2100" spc="95" dirty="0">
                <a:latin typeface="Tahoma"/>
                <a:cs typeface="Tahoma"/>
              </a:rPr>
              <a:t>importante</a:t>
            </a:r>
            <a:r>
              <a:rPr sz="2100" spc="-110" dirty="0">
                <a:latin typeface="Tahoma"/>
                <a:cs typeface="Tahoma"/>
              </a:rPr>
              <a:t> </a:t>
            </a:r>
            <a:r>
              <a:rPr sz="2100" spc="100" dirty="0">
                <a:latin typeface="Tahoma"/>
                <a:cs typeface="Tahoma"/>
              </a:rPr>
              <a:t>que</a:t>
            </a:r>
            <a:r>
              <a:rPr sz="2100" spc="-110" dirty="0">
                <a:latin typeface="Tahoma"/>
                <a:cs typeface="Tahoma"/>
              </a:rPr>
              <a:t> </a:t>
            </a:r>
            <a:r>
              <a:rPr sz="2100" spc="125" dirty="0">
                <a:latin typeface="Tahoma"/>
                <a:cs typeface="Tahoma"/>
              </a:rPr>
              <a:t>o</a:t>
            </a:r>
            <a:r>
              <a:rPr sz="2100" spc="-110" dirty="0">
                <a:latin typeface="Tahoma"/>
                <a:cs typeface="Tahoma"/>
              </a:rPr>
              <a:t> </a:t>
            </a:r>
            <a:r>
              <a:rPr sz="2100" spc="80" dirty="0">
                <a:latin typeface="Tahoma"/>
                <a:cs typeface="Tahoma"/>
              </a:rPr>
              <a:t>sistema</a:t>
            </a:r>
            <a:r>
              <a:rPr sz="2100" spc="-105" dirty="0">
                <a:latin typeface="Tahoma"/>
                <a:cs typeface="Tahoma"/>
              </a:rPr>
              <a:t> </a:t>
            </a:r>
            <a:r>
              <a:rPr sz="2100" spc="-20" dirty="0">
                <a:latin typeface="Tahoma"/>
                <a:cs typeface="Tahoma"/>
              </a:rPr>
              <a:t>seja </a:t>
            </a:r>
            <a:r>
              <a:rPr sz="2100" spc="65" dirty="0">
                <a:latin typeface="Tahoma"/>
                <a:cs typeface="Tahoma"/>
              </a:rPr>
              <a:t>capaz</a:t>
            </a:r>
            <a:r>
              <a:rPr sz="2100" spc="-105" dirty="0">
                <a:latin typeface="Tahoma"/>
                <a:cs typeface="Tahoma"/>
              </a:rPr>
              <a:t> </a:t>
            </a:r>
            <a:r>
              <a:rPr sz="2100" spc="95" dirty="0">
                <a:latin typeface="Tahoma"/>
                <a:cs typeface="Tahoma"/>
              </a:rPr>
              <a:t>de</a:t>
            </a:r>
            <a:r>
              <a:rPr sz="2100" spc="-105" dirty="0">
                <a:latin typeface="Tahoma"/>
                <a:cs typeface="Tahoma"/>
              </a:rPr>
              <a:t> </a:t>
            </a:r>
            <a:r>
              <a:rPr sz="2100" spc="70" dirty="0">
                <a:latin typeface="Tahoma"/>
                <a:cs typeface="Tahoma"/>
              </a:rPr>
              <a:t>captar</a:t>
            </a:r>
            <a:r>
              <a:rPr sz="2100" spc="-105" dirty="0">
                <a:latin typeface="Tahoma"/>
                <a:cs typeface="Tahoma"/>
              </a:rPr>
              <a:t> </a:t>
            </a:r>
            <a:r>
              <a:rPr sz="2100" spc="75" dirty="0">
                <a:latin typeface="Tahoma"/>
                <a:cs typeface="Tahoma"/>
              </a:rPr>
              <a:t>e</a:t>
            </a:r>
            <a:r>
              <a:rPr sz="2100" spc="-100" dirty="0">
                <a:latin typeface="Tahoma"/>
                <a:cs typeface="Tahoma"/>
              </a:rPr>
              <a:t> </a:t>
            </a:r>
            <a:r>
              <a:rPr sz="2100" spc="70" dirty="0">
                <a:latin typeface="Tahoma"/>
                <a:cs typeface="Tahoma"/>
              </a:rPr>
              <a:t>transmitir </a:t>
            </a:r>
            <a:r>
              <a:rPr sz="2100" spc="100" dirty="0">
                <a:latin typeface="Tahoma"/>
                <a:cs typeface="Tahoma"/>
              </a:rPr>
              <a:t>dados</a:t>
            </a:r>
            <a:r>
              <a:rPr sz="2100" spc="-70" dirty="0">
                <a:latin typeface="Tahoma"/>
                <a:cs typeface="Tahoma"/>
              </a:rPr>
              <a:t> </a:t>
            </a:r>
            <a:r>
              <a:rPr sz="2100" spc="95" dirty="0">
                <a:latin typeface="Tahoma"/>
                <a:cs typeface="Tahoma"/>
              </a:rPr>
              <a:t>de</a:t>
            </a:r>
            <a:r>
              <a:rPr sz="2100" spc="-70" dirty="0">
                <a:latin typeface="Tahoma"/>
                <a:cs typeface="Tahoma"/>
              </a:rPr>
              <a:t> </a:t>
            </a:r>
            <a:r>
              <a:rPr sz="2100" spc="105" dirty="0">
                <a:latin typeface="Tahoma"/>
                <a:cs typeface="Tahoma"/>
              </a:rPr>
              <a:t>forma</a:t>
            </a:r>
            <a:r>
              <a:rPr sz="2100" spc="-7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clara,</a:t>
            </a:r>
            <a:r>
              <a:rPr sz="2100" spc="-65" dirty="0">
                <a:latin typeface="Tahoma"/>
                <a:cs typeface="Tahoma"/>
              </a:rPr>
              <a:t> </a:t>
            </a:r>
            <a:r>
              <a:rPr sz="2100" spc="75" dirty="0">
                <a:latin typeface="Tahoma"/>
                <a:cs typeface="Tahoma"/>
              </a:rPr>
              <a:t>e</a:t>
            </a:r>
            <a:r>
              <a:rPr sz="2100" spc="-70" dirty="0">
                <a:latin typeface="Tahoma"/>
                <a:cs typeface="Tahoma"/>
              </a:rPr>
              <a:t> </a:t>
            </a:r>
            <a:r>
              <a:rPr sz="2100" spc="60" dirty="0">
                <a:latin typeface="Tahoma"/>
                <a:cs typeface="Tahoma"/>
              </a:rPr>
              <a:t>para </a:t>
            </a:r>
            <a:r>
              <a:rPr sz="2100" spc="75" dirty="0">
                <a:latin typeface="Tahoma"/>
                <a:cs typeface="Tahoma"/>
              </a:rPr>
              <a:t>isso</a:t>
            </a:r>
            <a:r>
              <a:rPr sz="2100" spc="-110" dirty="0">
                <a:latin typeface="Tahoma"/>
                <a:cs typeface="Tahoma"/>
              </a:rPr>
              <a:t> </a:t>
            </a:r>
            <a:r>
              <a:rPr sz="2100" spc="75" dirty="0">
                <a:latin typeface="Tahoma"/>
                <a:cs typeface="Tahoma"/>
              </a:rPr>
              <a:t>estão</a:t>
            </a:r>
            <a:r>
              <a:rPr sz="2100" spc="-110" dirty="0">
                <a:latin typeface="Tahoma"/>
                <a:cs typeface="Tahoma"/>
              </a:rPr>
              <a:t> </a:t>
            </a:r>
            <a:r>
              <a:rPr sz="2100" spc="75" dirty="0">
                <a:latin typeface="Tahoma"/>
                <a:cs typeface="Tahoma"/>
              </a:rPr>
              <a:t>presentes</a:t>
            </a:r>
            <a:r>
              <a:rPr sz="2100" spc="-105" dirty="0">
                <a:latin typeface="Tahoma"/>
                <a:cs typeface="Tahoma"/>
              </a:rPr>
              <a:t> </a:t>
            </a:r>
            <a:r>
              <a:rPr sz="2100" spc="65" dirty="0">
                <a:latin typeface="Tahoma"/>
                <a:cs typeface="Tahoma"/>
              </a:rPr>
              <a:t>etapas </a:t>
            </a:r>
            <a:r>
              <a:rPr sz="2100" spc="80" dirty="0">
                <a:latin typeface="Tahoma"/>
                <a:cs typeface="Tahoma"/>
              </a:rPr>
              <a:t>para</a:t>
            </a:r>
            <a:r>
              <a:rPr sz="2100" spc="-110" dirty="0">
                <a:latin typeface="Tahoma"/>
                <a:cs typeface="Tahoma"/>
              </a:rPr>
              <a:t> </a:t>
            </a:r>
            <a:r>
              <a:rPr sz="2100" spc="75" dirty="0">
                <a:latin typeface="Tahoma"/>
                <a:cs typeface="Tahoma"/>
              </a:rPr>
              <a:t>a</a:t>
            </a:r>
            <a:r>
              <a:rPr sz="2100" spc="-105" dirty="0">
                <a:latin typeface="Tahoma"/>
                <a:cs typeface="Tahoma"/>
              </a:rPr>
              <a:t> </a:t>
            </a:r>
            <a:r>
              <a:rPr sz="2100" spc="55" dirty="0">
                <a:latin typeface="Tahoma"/>
                <a:cs typeface="Tahoma"/>
              </a:rPr>
              <a:t>eficácia</a:t>
            </a:r>
            <a:r>
              <a:rPr sz="2100" spc="-105" dirty="0">
                <a:latin typeface="Tahoma"/>
                <a:cs typeface="Tahoma"/>
              </a:rPr>
              <a:t> </a:t>
            </a:r>
            <a:r>
              <a:rPr sz="2100" spc="75" dirty="0">
                <a:latin typeface="Tahoma"/>
                <a:cs typeface="Tahoma"/>
              </a:rPr>
              <a:t>e</a:t>
            </a:r>
            <a:r>
              <a:rPr sz="2100" spc="-105" dirty="0">
                <a:latin typeface="Tahoma"/>
                <a:cs typeface="Tahoma"/>
              </a:rPr>
              <a:t> </a:t>
            </a:r>
            <a:r>
              <a:rPr sz="2100" spc="60" dirty="0">
                <a:latin typeface="Tahoma"/>
                <a:cs typeface="Tahoma"/>
              </a:rPr>
              <a:t>eficiência</a:t>
            </a:r>
            <a:r>
              <a:rPr sz="2100" spc="-105" dirty="0">
                <a:latin typeface="Tahoma"/>
                <a:cs typeface="Tahoma"/>
              </a:rPr>
              <a:t> </a:t>
            </a:r>
            <a:r>
              <a:rPr sz="2100" spc="95" dirty="0">
                <a:latin typeface="Tahoma"/>
                <a:cs typeface="Tahoma"/>
              </a:rPr>
              <a:t>do </a:t>
            </a:r>
            <a:r>
              <a:rPr sz="2100" spc="-25" dirty="0">
                <a:latin typeface="Tahoma"/>
                <a:cs typeface="Tahoma"/>
              </a:rPr>
              <a:t>SI.</a:t>
            </a:r>
            <a:endParaRPr sz="210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65879" y="959696"/>
            <a:ext cx="3667124" cy="256222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41505" y="621935"/>
            <a:ext cx="9003030" cy="4257191"/>
          </a:xfrm>
          <a:prstGeom prst="rect">
            <a:avLst/>
          </a:prstGeom>
        </p:spPr>
        <p:txBody>
          <a:bodyPr vert="horz" wrap="square" lIns="0" tIns="142875" rIns="0" bIns="0" rtlCol="0">
            <a:spAutoFit/>
          </a:bodyPr>
          <a:lstStyle/>
          <a:p>
            <a:pPr marL="428625">
              <a:lnSpc>
                <a:spcPct val="100000"/>
              </a:lnSpc>
              <a:spcBef>
                <a:spcPts val="1125"/>
              </a:spcBef>
            </a:pPr>
            <a:r>
              <a:rPr sz="1800" spc="-25" dirty="0">
                <a:latin typeface="Tahoma"/>
                <a:cs typeface="Tahoma"/>
              </a:rPr>
              <a:t>Tal</a:t>
            </a:r>
            <a:r>
              <a:rPr sz="1800" spc="-114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quais:</a:t>
            </a:r>
            <a:endParaRPr sz="1800" dirty="0">
              <a:latin typeface="Tahoma"/>
              <a:cs typeface="Tahoma"/>
            </a:endParaRPr>
          </a:p>
          <a:p>
            <a:pPr marL="204470" marR="431165" indent="-90170">
              <a:lnSpc>
                <a:spcPct val="100499"/>
              </a:lnSpc>
              <a:spcBef>
                <a:spcPts val="1019"/>
              </a:spcBef>
              <a:buClr>
                <a:srgbClr val="04617B"/>
              </a:buClr>
              <a:buSzPct val="44444"/>
              <a:buFont typeface="Microsoft Sans Serif"/>
              <a:buChar char="●"/>
              <a:tabLst>
                <a:tab pos="447675" algn="l"/>
              </a:tabLst>
            </a:pPr>
            <a:r>
              <a:rPr sz="1800" spc="50" dirty="0">
                <a:latin typeface="Tahoma"/>
                <a:cs typeface="Tahoma"/>
              </a:rPr>
              <a:t>Planejamento:</a:t>
            </a:r>
            <a:r>
              <a:rPr sz="1800" spc="-85" dirty="0">
                <a:latin typeface="Tahoma"/>
                <a:cs typeface="Tahoma"/>
              </a:rPr>
              <a:t> </a:t>
            </a:r>
            <a:r>
              <a:rPr sz="1800" spc="95" dirty="0">
                <a:latin typeface="Tahoma"/>
                <a:cs typeface="Tahoma"/>
              </a:rPr>
              <a:t>Onde</a:t>
            </a:r>
            <a:r>
              <a:rPr sz="1800" spc="-80" dirty="0">
                <a:latin typeface="Tahoma"/>
                <a:cs typeface="Tahoma"/>
              </a:rPr>
              <a:t> </a:t>
            </a:r>
            <a:r>
              <a:rPr sz="1800" spc="65" dirty="0">
                <a:latin typeface="Tahoma"/>
                <a:cs typeface="Tahoma"/>
              </a:rPr>
              <a:t>estão</a:t>
            </a:r>
            <a:r>
              <a:rPr sz="1800" spc="-85" dirty="0">
                <a:latin typeface="Tahoma"/>
                <a:cs typeface="Tahoma"/>
              </a:rPr>
              <a:t> </a:t>
            </a:r>
            <a:r>
              <a:rPr sz="1800" spc="65" dirty="0">
                <a:latin typeface="Tahoma"/>
                <a:cs typeface="Tahoma"/>
              </a:rPr>
              <a:t>presentes</a:t>
            </a:r>
            <a:r>
              <a:rPr sz="1800" spc="-80" dirty="0">
                <a:latin typeface="Tahoma"/>
                <a:cs typeface="Tahoma"/>
              </a:rPr>
              <a:t> </a:t>
            </a:r>
            <a:r>
              <a:rPr sz="1800" spc="55" dirty="0">
                <a:latin typeface="Tahoma"/>
                <a:cs typeface="Tahoma"/>
              </a:rPr>
              <a:t>a</a:t>
            </a:r>
            <a:r>
              <a:rPr sz="1800" spc="-80" dirty="0">
                <a:latin typeface="Tahoma"/>
                <a:cs typeface="Tahoma"/>
              </a:rPr>
              <a:t> </a:t>
            </a:r>
            <a:r>
              <a:rPr sz="1800" spc="60" dirty="0">
                <a:latin typeface="Tahoma"/>
                <a:cs typeface="Tahoma"/>
              </a:rPr>
              <a:t>analise</a:t>
            </a:r>
            <a:r>
              <a:rPr sz="1800" spc="-85" dirty="0">
                <a:latin typeface="Tahoma"/>
                <a:cs typeface="Tahoma"/>
              </a:rPr>
              <a:t> </a:t>
            </a:r>
            <a:r>
              <a:rPr sz="1800" spc="75" dirty="0">
                <a:latin typeface="Tahoma"/>
                <a:cs typeface="Tahoma"/>
              </a:rPr>
              <a:t>de</a:t>
            </a:r>
            <a:r>
              <a:rPr sz="1800" spc="-80" dirty="0">
                <a:latin typeface="Tahoma"/>
                <a:cs typeface="Tahoma"/>
              </a:rPr>
              <a:t> </a:t>
            </a:r>
            <a:r>
              <a:rPr sz="1800" spc="65" dirty="0">
                <a:latin typeface="Tahoma"/>
                <a:cs typeface="Tahoma"/>
              </a:rPr>
              <a:t>necessidades</a:t>
            </a:r>
            <a:r>
              <a:rPr sz="1800" spc="-80" dirty="0">
                <a:latin typeface="Tahoma"/>
                <a:cs typeface="Tahoma"/>
              </a:rPr>
              <a:t> </a:t>
            </a:r>
            <a:r>
              <a:rPr sz="1800" spc="55" dirty="0">
                <a:latin typeface="Tahoma"/>
                <a:cs typeface="Tahoma"/>
              </a:rPr>
              <a:t>e</a:t>
            </a:r>
            <a:r>
              <a:rPr sz="1800" spc="-85" dirty="0">
                <a:latin typeface="Tahoma"/>
                <a:cs typeface="Tahoma"/>
              </a:rPr>
              <a:t> </a:t>
            </a:r>
            <a:r>
              <a:rPr sz="1800" spc="65" dirty="0">
                <a:latin typeface="Tahoma"/>
                <a:cs typeface="Tahoma"/>
              </a:rPr>
              <a:t>definição</a:t>
            </a:r>
            <a:r>
              <a:rPr sz="1800" spc="-80" dirty="0">
                <a:latin typeface="Tahoma"/>
                <a:cs typeface="Tahoma"/>
              </a:rPr>
              <a:t> </a:t>
            </a:r>
            <a:r>
              <a:rPr sz="1800" spc="75" dirty="0">
                <a:latin typeface="Tahoma"/>
                <a:cs typeface="Tahoma"/>
              </a:rPr>
              <a:t>do 	</a:t>
            </a:r>
            <a:r>
              <a:rPr sz="1800" spc="-10" dirty="0">
                <a:latin typeface="Tahoma"/>
                <a:cs typeface="Tahoma"/>
              </a:rPr>
              <a:t>objetivo.</a:t>
            </a:r>
            <a:endParaRPr sz="1800" dirty="0">
              <a:latin typeface="Tahoma"/>
              <a:cs typeface="Tahoma"/>
            </a:endParaRPr>
          </a:p>
          <a:p>
            <a:pPr marL="204470" indent="-90170">
              <a:lnSpc>
                <a:spcPct val="100000"/>
              </a:lnSpc>
              <a:spcBef>
                <a:spcPts val="1030"/>
              </a:spcBef>
              <a:buClr>
                <a:srgbClr val="04617B"/>
              </a:buClr>
              <a:buSzPct val="44444"/>
              <a:buFont typeface="Microsoft Sans Serif"/>
              <a:buChar char="●"/>
              <a:tabLst>
                <a:tab pos="204470" algn="l"/>
              </a:tabLst>
            </a:pPr>
            <a:r>
              <a:rPr sz="1800" dirty="0">
                <a:latin typeface="Tahoma"/>
                <a:cs typeface="Tahoma"/>
              </a:rPr>
              <a:t>Projeto:</a:t>
            </a:r>
            <a:r>
              <a:rPr sz="1800" spc="-65" dirty="0">
                <a:latin typeface="Tahoma"/>
                <a:cs typeface="Tahoma"/>
              </a:rPr>
              <a:t> </a:t>
            </a:r>
            <a:r>
              <a:rPr sz="1800" spc="65" dirty="0">
                <a:latin typeface="Tahoma"/>
                <a:cs typeface="Tahoma"/>
              </a:rPr>
              <a:t>Para</a:t>
            </a:r>
            <a:r>
              <a:rPr sz="1800" spc="-65" dirty="0">
                <a:latin typeface="Tahoma"/>
                <a:cs typeface="Tahoma"/>
              </a:rPr>
              <a:t> </a:t>
            </a:r>
            <a:r>
              <a:rPr sz="1800" spc="70" dirty="0">
                <a:latin typeface="Tahoma"/>
                <a:cs typeface="Tahoma"/>
              </a:rPr>
              <a:t>definir</a:t>
            </a:r>
            <a:r>
              <a:rPr sz="1800" spc="-65" dirty="0">
                <a:latin typeface="Tahoma"/>
                <a:cs typeface="Tahoma"/>
              </a:rPr>
              <a:t> </a:t>
            </a:r>
            <a:r>
              <a:rPr sz="1800" spc="55" dirty="0">
                <a:latin typeface="Tahoma"/>
                <a:cs typeface="Tahoma"/>
              </a:rPr>
              <a:t>a</a:t>
            </a:r>
            <a:r>
              <a:rPr sz="1800" spc="-65" dirty="0">
                <a:latin typeface="Tahoma"/>
                <a:cs typeface="Tahoma"/>
              </a:rPr>
              <a:t> </a:t>
            </a:r>
            <a:r>
              <a:rPr sz="1800" spc="65" dirty="0">
                <a:latin typeface="Tahoma"/>
                <a:cs typeface="Tahoma"/>
              </a:rPr>
              <a:t>arquitetura</a:t>
            </a:r>
            <a:r>
              <a:rPr sz="1800" spc="-65" dirty="0">
                <a:latin typeface="Tahoma"/>
                <a:cs typeface="Tahoma"/>
              </a:rPr>
              <a:t> </a:t>
            </a:r>
            <a:r>
              <a:rPr sz="1800" spc="100" dirty="0">
                <a:latin typeface="Tahoma"/>
                <a:cs typeface="Tahoma"/>
              </a:rPr>
              <a:t>do</a:t>
            </a:r>
            <a:r>
              <a:rPr sz="1800" spc="-65" dirty="0">
                <a:latin typeface="Tahoma"/>
                <a:cs typeface="Tahoma"/>
              </a:rPr>
              <a:t> </a:t>
            </a:r>
            <a:r>
              <a:rPr sz="1800" spc="50" dirty="0">
                <a:latin typeface="Tahoma"/>
                <a:cs typeface="Tahoma"/>
              </a:rPr>
              <a:t>sistema,</a:t>
            </a:r>
            <a:r>
              <a:rPr sz="1800" spc="-65" dirty="0">
                <a:latin typeface="Tahoma"/>
                <a:cs typeface="Tahoma"/>
              </a:rPr>
              <a:t> </a:t>
            </a:r>
            <a:r>
              <a:rPr sz="1800" spc="55" dirty="0">
                <a:latin typeface="Tahoma"/>
                <a:cs typeface="Tahoma"/>
              </a:rPr>
              <a:t>e</a:t>
            </a:r>
            <a:r>
              <a:rPr sz="1800" spc="-65" dirty="0">
                <a:latin typeface="Tahoma"/>
                <a:cs typeface="Tahoma"/>
              </a:rPr>
              <a:t> </a:t>
            </a:r>
            <a:r>
              <a:rPr sz="1800" spc="55" dirty="0">
                <a:latin typeface="Tahoma"/>
                <a:cs typeface="Tahoma"/>
              </a:rPr>
              <a:t>a</a:t>
            </a:r>
            <a:r>
              <a:rPr sz="1800" spc="-65" dirty="0">
                <a:latin typeface="Tahoma"/>
                <a:cs typeface="Tahoma"/>
              </a:rPr>
              <a:t> </a:t>
            </a:r>
            <a:r>
              <a:rPr sz="1800" spc="60" dirty="0">
                <a:latin typeface="Tahoma"/>
                <a:cs typeface="Tahoma"/>
              </a:rPr>
              <a:t>interface</a:t>
            </a:r>
            <a:r>
              <a:rPr sz="1800" spc="-65" dirty="0">
                <a:latin typeface="Tahoma"/>
                <a:cs typeface="Tahoma"/>
              </a:rPr>
              <a:t> </a:t>
            </a:r>
            <a:r>
              <a:rPr sz="1800" spc="100" dirty="0">
                <a:latin typeface="Tahoma"/>
                <a:cs typeface="Tahoma"/>
              </a:rPr>
              <a:t>do</a:t>
            </a:r>
            <a:r>
              <a:rPr sz="1800" spc="-65" dirty="0">
                <a:latin typeface="Tahoma"/>
                <a:cs typeface="Tahoma"/>
              </a:rPr>
              <a:t> </a:t>
            </a:r>
            <a:r>
              <a:rPr sz="1800" spc="50" dirty="0">
                <a:latin typeface="Tahoma"/>
                <a:cs typeface="Tahoma"/>
              </a:rPr>
              <a:t>usuário.</a:t>
            </a:r>
            <a:endParaRPr sz="1800" dirty="0">
              <a:latin typeface="Tahoma"/>
              <a:cs typeface="Tahoma"/>
            </a:endParaRPr>
          </a:p>
          <a:p>
            <a:pPr marL="204470" marR="297180" indent="-90170">
              <a:lnSpc>
                <a:spcPct val="100499"/>
              </a:lnSpc>
              <a:spcBef>
                <a:spcPts val="1020"/>
              </a:spcBef>
              <a:buClr>
                <a:srgbClr val="04617B"/>
              </a:buClr>
              <a:buSzPct val="44444"/>
              <a:buFont typeface="Microsoft Sans Serif"/>
              <a:buChar char="●"/>
              <a:tabLst>
                <a:tab pos="447675" algn="l"/>
              </a:tabLst>
            </a:pPr>
            <a:r>
              <a:rPr sz="1800" spc="55" dirty="0">
                <a:latin typeface="Tahoma"/>
                <a:cs typeface="Tahoma"/>
              </a:rPr>
              <a:t>Desenvolvimento:</a:t>
            </a:r>
            <a:r>
              <a:rPr sz="1800" spc="-7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Essa</a:t>
            </a:r>
            <a:r>
              <a:rPr sz="1800" spc="-75" dirty="0">
                <a:latin typeface="Tahoma"/>
                <a:cs typeface="Tahoma"/>
              </a:rPr>
              <a:t> </a:t>
            </a:r>
            <a:r>
              <a:rPr sz="1800" spc="55" dirty="0">
                <a:latin typeface="Tahoma"/>
                <a:cs typeface="Tahoma"/>
              </a:rPr>
              <a:t>é</a:t>
            </a:r>
            <a:r>
              <a:rPr sz="1800" spc="-70" dirty="0">
                <a:latin typeface="Tahoma"/>
                <a:cs typeface="Tahoma"/>
              </a:rPr>
              <a:t> </a:t>
            </a:r>
            <a:r>
              <a:rPr sz="1800" spc="55" dirty="0">
                <a:latin typeface="Tahoma"/>
                <a:cs typeface="Tahoma"/>
              </a:rPr>
              <a:t>a</a:t>
            </a:r>
            <a:r>
              <a:rPr sz="1800" spc="-75" dirty="0">
                <a:latin typeface="Tahoma"/>
                <a:cs typeface="Tahoma"/>
              </a:rPr>
              <a:t> </a:t>
            </a:r>
            <a:r>
              <a:rPr sz="1800" spc="50" dirty="0">
                <a:latin typeface="Tahoma"/>
                <a:cs typeface="Tahoma"/>
              </a:rPr>
              <a:t>fase</a:t>
            </a:r>
            <a:r>
              <a:rPr sz="1800" spc="-70" dirty="0">
                <a:latin typeface="Tahoma"/>
                <a:cs typeface="Tahoma"/>
              </a:rPr>
              <a:t> </a:t>
            </a:r>
            <a:r>
              <a:rPr sz="1800" spc="75" dirty="0">
                <a:latin typeface="Tahoma"/>
                <a:cs typeface="Tahoma"/>
              </a:rPr>
              <a:t>de</a:t>
            </a:r>
            <a:r>
              <a:rPr sz="1800" spc="-75" dirty="0">
                <a:latin typeface="Tahoma"/>
                <a:cs typeface="Tahoma"/>
              </a:rPr>
              <a:t> </a:t>
            </a:r>
            <a:r>
              <a:rPr sz="1800" spc="75" dirty="0">
                <a:latin typeface="Tahoma"/>
                <a:cs typeface="Tahoma"/>
              </a:rPr>
              <a:t>toda</a:t>
            </a:r>
            <a:r>
              <a:rPr sz="1800" spc="-75" dirty="0">
                <a:latin typeface="Tahoma"/>
                <a:cs typeface="Tahoma"/>
              </a:rPr>
              <a:t> </a:t>
            </a:r>
            <a:r>
              <a:rPr sz="1800" spc="80" dirty="0">
                <a:latin typeface="Tahoma"/>
                <a:cs typeface="Tahoma"/>
              </a:rPr>
              <a:t>programação</a:t>
            </a:r>
            <a:r>
              <a:rPr sz="1800" spc="-70" dirty="0">
                <a:latin typeface="Tahoma"/>
                <a:cs typeface="Tahoma"/>
              </a:rPr>
              <a:t> </a:t>
            </a:r>
            <a:r>
              <a:rPr sz="1800" spc="55" dirty="0">
                <a:latin typeface="Tahoma"/>
                <a:cs typeface="Tahoma"/>
              </a:rPr>
              <a:t>e</a:t>
            </a:r>
            <a:r>
              <a:rPr sz="1800" spc="-75" dirty="0">
                <a:latin typeface="Tahoma"/>
                <a:cs typeface="Tahoma"/>
              </a:rPr>
              <a:t> </a:t>
            </a:r>
            <a:r>
              <a:rPr sz="1800" spc="75" dirty="0">
                <a:latin typeface="Tahoma"/>
                <a:cs typeface="Tahoma"/>
              </a:rPr>
              <a:t>de</a:t>
            </a:r>
            <a:r>
              <a:rPr sz="1800" spc="-70" dirty="0">
                <a:latin typeface="Tahoma"/>
                <a:cs typeface="Tahoma"/>
              </a:rPr>
              <a:t> </a:t>
            </a:r>
            <a:r>
              <a:rPr sz="1800" spc="55" dirty="0">
                <a:latin typeface="Tahoma"/>
                <a:cs typeface="Tahoma"/>
              </a:rPr>
              <a:t>realizar</a:t>
            </a:r>
            <a:r>
              <a:rPr sz="1800" spc="-75" dirty="0">
                <a:latin typeface="Tahoma"/>
                <a:cs typeface="Tahoma"/>
              </a:rPr>
              <a:t> </a:t>
            </a:r>
            <a:r>
              <a:rPr sz="1800" spc="50" dirty="0">
                <a:latin typeface="Tahoma"/>
                <a:cs typeface="Tahoma"/>
              </a:rPr>
              <a:t>teste</a:t>
            </a:r>
            <a:r>
              <a:rPr sz="1800" spc="-70" dirty="0">
                <a:latin typeface="Tahoma"/>
                <a:cs typeface="Tahoma"/>
              </a:rPr>
              <a:t> </a:t>
            </a:r>
            <a:r>
              <a:rPr sz="1800" spc="65" dirty="0">
                <a:latin typeface="Tahoma"/>
                <a:cs typeface="Tahoma"/>
              </a:rPr>
              <a:t>rígidos 	para</a:t>
            </a:r>
            <a:r>
              <a:rPr sz="1800" spc="-90" dirty="0">
                <a:latin typeface="Tahoma"/>
                <a:cs typeface="Tahoma"/>
              </a:rPr>
              <a:t> </a:t>
            </a:r>
            <a:r>
              <a:rPr sz="1800" spc="65" dirty="0">
                <a:latin typeface="Tahoma"/>
                <a:cs typeface="Tahoma"/>
              </a:rPr>
              <a:t>analisar</a:t>
            </a:r>
            <a:r>
              <a:rPr sz="1800" spc="-90" dirty="0">
                <a:latin typeface="Tahoma"/>
                <a:cs typeface="Tahoma"/>
              </a:rPr>
              <a:t> </a:t>
            </a:r>
            <a:r>
              <a:rPr sz="1800" spc="55" dirty="0">
                <a:latin typeface="Tahoma"/>
                <a:cs typeface="Tahoma"/>
              </a:rPr>
              <a:t>a</a:t>
            </a:r>
            <a:r>
              <a:rPr sz="1800" spc="-90" dirty="0">
                <a:latin typeface="Tahoma"/>
                <a:cs typeface="Tahoma"/>
              </a:rPr>
              <a:t> </a:t>
            </a:r>
            <a:r>
              <a:rPr sz="1800" spc="75" dirty="0">
                <a:latin typeface="Tahoma"/>
                <a:cs typeface="Tahoma"/>
              </a:rPr>
              <a:t>qualidade</a:t>
            </a:r>
            <a:r>
              <a:rPr sz="1800" spc="-90" dirty="0">
                <a:latin typeface="Tahoma"/>
                <a:cs typeface="Tahoma"/>
              </a:rPr>
              <a:t> </a:t>
            </a:r>
            <a:r>
              <a:rPr sz="1800" spc="100" dirty="0">
                <a:latin typeface="Tahoma"/>
                <a:cs typeface="Tahoma"/>
              </a:rPr>
              <a:t>do</a:t>
            </a:r>
            <a:r>
              <a:rPr sz="1800" spc="-90" dirty="0">
                <a:latin typeface="Tahoma"/>
                <a:cs typeface="Tahoma"/>
              </a:rPr>
              <a:t> </a:t>
            </a:r>
            <a:r>
              <a:rPr sz="1800" spc="40" dirty="0">
                <a:latin typeface="Tahoma"/>
                <a:cs typeface="Tahoma"/>
              </a:rPr>
              <a:t>sistema.</a:t>
            </a:r>
            <a:endParaRPr sz="1800" dirty="0">
              <a:latin typeface="Tahoma"/>
              <a:cs typeface="Tahoma"/>
            </a:endParaRPr>
          </a:p>
          <a:p>
            <a:pPr marL="175260" marR="474345" indent="-74295">
              <a:lnSpc>
                <a:spcPct val="102200"/>
              </a:lnSpc>
              <a:spcBef>
                <a:spcPts val="985"/>
              </a:spcBef>
              <a:buClr>
                <a:srgbClr val="04617B"/>
              </a:buClr>
              <a:buSzPct val="44444"/>
              <a:buFont typeface="Microsoft Sans Serif"/>
              <a:buChar char="●"/>
              <a:tabLst>
                <a:tab pos="447675" algn="l"/>
              </a:tabLst>
            </a:pPr>
            <a:r>
              <a:rPr sz="1800" spc="55" dirty="0">
                <a:latin typeface="Tahoma"/>
                <a:cs typeface="Tahoma"/>
              </a:rPr>
              <a:t>Implementação:</a:t>
            </a:r>
            <a:r>
              <a:rPr sz="1800" spc="-80" dirty="0">
                <a:latin typeface="Tahoma"/>
                <a:cs typeface="Tahoma"/>
              </a:rPr>
              <a:t> </a:t>
            </a:r>
            <a:r>
              <a:rPr sz="1800" spc="95" dirty="0">
                <a:latin typeface="Tahoma"/>
                <a:cs typeface="Tahoma"/>
              </a:rPr>
              <a:t>Onde</a:t>
            </a:r>
            <a:r>
              <a:rPr sz="1800" spc="-80" dirty="0">
                <a:latin typeface="Tahoma"/>
                <a:cs typeface="Tahoma"/>
              </a:rPr>
              <a:t> </a:t>
            </a:r>
            <a:r>
              <a:rPr sz="1800" spc="55" dirty="0">
                <a:latin typeface="Tahoma"/>
                <a:cs typeface="Tahoma"/>
              </a:rPr>
              <a:t>é</a:t>
            </a:r>
            <a:r>
              <a:rPr sz="1800" spc="-80" dirty="0">
                <a:latin typeface="Tahoma"/>
                <a:cs typeface="Tahoma"/>
              </a:rPr>
              <a:t> </a:t>
            </a:r>
            <a:r>
              <a:rPr sz="1800" spc="60" dirty="0">
                <a:latin typeface="Tahoma"/>
                <a:cs typeface="Tahoma"/>
              </a:rPr>
              <a:t>realizado</a:t>
            </a:r>
            <a:r>
              <a:rPr sz="1800" spc="-80" dirty="0">
                <a:latin typeface="Tahoma"/>
                <a:cs typeface="Tahoma"/>
              </a:rPr>
              <a:t> </a:t>
            </a:r>
            <a:r>
              <a:rPr sz="1800" spc="105" dirty="0">
                <a:latin typeface="Tahoma"/>
                <a:cs typeface="Tahoma"/>
              </a:rPr>
              <a:t>o</a:t>
            </a:r>
            <a:r>
              <a:rPr sz="1800" spc="-80" dirty="0">
                <a:latin typeface="Tahoma"/>
                <a:cs typeface="Tahoma"/>
              </a:rPr>
              <a:t> </a:t>
            </a:r>
            <a:r>
              <a:rPr sz="1800" spc="75" dirty="0">
                <a:latin typeface="Tahoma"/>
                <a:cs typeface="Tahoma"/>
              </a:rPr>
              <a:t>treinamento</a:t>
            </a:r>
            <a:r>
              <a:rPr sz="1800" spc="-75" dirty="0">
                <a:latin typeface="Tahoma"/>
                <a:cs typeface="Tahoma"/>
              </a:rPr>
              <a:t> </a:t>
            </a:r>
            <a:r>
              <a:rPr sz="1800" spc="65" dirty="0">
                <a:latin typeface="Tahoma"/>
                <a:cs typeface="Tahoma"/>
              </a:rPr>
              <a:t>para</a:t>
            </a:r>
            <a:r>
              <a:rPr sz="1800" spc="-80" dirty="0">
                <a:latin typeface="Tahoma"/>
                <a:cs typeface="Tahoma"/>
              </a:rPr>
              <a:t> </a:t>
            </a:r>
            <a:r>
              <a:rPr sz="1800" spc="55" dirty="0">
                <a:latin typeface="Tahoma"/>
                <a:cs typeface="Tahoma"/>
              </a:rPr>
              <a:t>capacitar</a:t>
            </a:r>
            <a:r>
              <a:rPr sz="1800" spc="-80" dirty="0">
                <a:latin typeface="Tahoma"/>
                <a:cs typeface="Tahoma"/>
              </a:rPr>
              <a:t> </a:t>
            </a:r>
            <a:r>
              <a:rPr sz="1800" spc="80" dirty="0">
                <a:latin typeface="Tahoma"/>
                <a:cs typeface="Tahoma"/>
              </a:rPr>
              <a:t>os</a:t>
            </a:r>
            <a:r>
              <a:rPr sz="1800" spc="-80" dirty="0">
                <a:latin typeface="Tahoma"/>
                <a:cs typeface="Tahoma"/>
              </a:rPr>
              <a:t> </a:t>
            </a:r>
            <a:r>
              <a:rPr sz="1800" spc="60" dirty="0">
                <a:latin typeface="Tahoma"/>
                <a:cs typeface="Tahoma"/>
              </a:rPr>
              <a:t>usuários,</a:t>
            </a:r>
            <a:r>
              <a:rPr sz="1800" spc="-80" dirty="0">
                <a:latin typeface="Tahoma"/>
                <a:cs typeface="Tahoma"/>
              </a:rPr>
              <a:t> </a:t>
            </a:r>
            <a:r>
              <a:rPr sz="1800" spc="5" dirty="0">
                <a:latin typeface="Tahoma"/>
                <a:cs typeface="Tahoma"/>
              </a:rPr>
              <a:t>e 	</a:t>
            </a:r>
            <a:r>
              <a:rPr sz="1800" spc="85" dirty="0">
                <a:latin typeface="Tahoma"/>
                <a:cs typeface="Tahoma"/>
              </a:rPr>
              <a:t>migrar</a:t>
            </a:r>
            <a:r>
              <a:rPr sz="1800" spc="-90" dirty="0">
                <a:latin typeface="Tahoma"/>
                <a:cs typeface="Tahoma"/>
              </a:rPr>
              <a:t> </a:t>
            </a:r>
            <a:r>
              <a:rPr sz="1800" spc="80" dirty="0">
                <a:latin typeface="Tahoma"/>
                <a:cs typeface="Tahoma"/>
              </a:rPr>
              <a:t>os</a:t>
            </a:r>
            <a:r>
              <a:rPr sz="1800" spc="-85" dirty="0">
                <a:latin typeface="Tahoma"/>
                <a:cs typeface="Tahoma"/>
              </a:rPr>
              <a:t> </a:t>
            </a:r>
            <a:r>
              <a:rPr sz="1800" spc="80" dirty="0">
                <a:latin typeface="Tahoma"/>
                <a:cs typeface="Tahoma"/>
              </a:rPr>
              <a:t>dados</a:t>
            </a:r>
            <a:r>
              <a:rPr sz="1800" spc="-85" dirty="0">
                <a:latin typeface="Tahoma"/>
                <a:cs typeface="Tahoma"/>
              </a:rPr>
              <a:t> </a:t>
            </a:r>
            <a:r>
              <a:rPr sz="1800" spc="75" dirty="0">
                <a:latin typeface="Tahoma"/>
                <a:cs typeface="Tahoma"/>
              </a:rPr>
              <a:t>de</a:t>
            </a:r>
            <a:r>
              <a:rPr sz="1800" spc="-85" dirty="0">
                <a:latin typeface="Tahoma"/>
                <a:cs typeface="Tahoma"/>
              </a:rPr>
              <a:t> </a:t>
            </a:r>
            <a:r>
              <a:rPr sz="1800" spc="90" dirty="0">
                <a:latin typeface="Tahoma"/>
                <a:cs typeface="Tahoma"/>
              </a:rPr>
              <a:t>forma</a:t>
            </a:r>
            <a:r>
              <a:rPr sz="1800" spc="-85" dirty="0">
                <a:latin typeface="Tahoma"/>
                <a:cs typeface="Tahoma"/>
              </a:rPr>
              <a:t> </a:t>
            </a:r>
            <a:r>
              <a:rPr sz="1800" spc="40" dirty="0">
                <a:latin typeface="Tahoma"/>
                <a:cs typeface="Tahoma"/>
              </a:rPr>
              <a:t>integra.</a:t>
            </a:r>
            <a:endParaRPr sz="1800" dirty="0">
              <a:latin typeface="Tahoma"/>
              <a:cs typeface="Tahoma"/>
            </a:endParaRPr>
          </a:p>
          <a:p>
            <a:pPr marL="204470" marR="389255" indent="-90170">
              <a:lnSpc>
                <a:spcPct val="102200"/>
              </a:lnSpc>
              <a:spcBef>
                <a:spcPts val="985"/>
              </a:spcBef>
              <a:buClr>
                <a:srgbClr val="04617B"/>
              </a:buClr>
              <a:buSzPct val="44444"/>
              <a:buFont typeface="Microsoft Sans Serif"/>
              <a:buChar char="●"/>
              <a:tabLst>
                <a:tab pos="447675" algn="l"/>
              </a:tabLst>
            </a:pPr>
            <a:r>
              <a:rPr sz="1800" spc="65" dirty="0">
                <a:latin typeface="Tahoma"/>
                <a:cs typeface="Tahoma"/>
              </a:rPr>
              <a:t>Manutenção:</a:t>
            </a:r>
            <a:r>
              <a:rPr sz="1800" spc="-8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É</a:t>
            </a:r>
            <a:r>
              <a:rPr sz="1800" spc="-80" dirty="0">
                <a:latin typeface="Tahoma"/>
                <a:cs typeface="Tahoma"/>
              </a:rPr>
              <a:t> </a:t>
            </a:r>
            <a:r>
              <a:rPr sz="1800" spc="60" dirty="0">
                <a:latin typeface="Tahoma"/>
                <a:cs typeface="Tahoma"/>
              </a:rPr>
              <a:t>responsável</a:t>
            </a:r>
            <a:r>
              <a:rPr sz="1800" spc="-80" dirty="0">
                <a:latin typeface="Tahoma"/>
                <a:cs typeface="Tahoma"/>
              </a:rPr>
              <a:t> </a:t>
            </a:r>
            <a:r>
              <a:rPr sz="1800" spc="65" dirty="0">
                <a:latin typeface="Tahoma"/>
                <a:cs typeface="Tahoma"/>
              </a:rPr>
              <a:t>para</a:t>
            </a:r>
            <a:r>
              <a:rPr sz="1800" spc="-80" dirty="0">
                <a:latin typeface="Tahoma"/>
                <a:cs typeface="Tahoma"/>
              </a:rPr>
              <a:t> </a:t>
            </a:r>
            <a:r>
              <a:rPr sz="1800" spc="55" dirty="0">
                <a:latin typeface="Tahoma"/>
                <a:cs typeface="Tahoma"/>
              </a:rPr>
              <a:t>realizar</a:t>
            </a:r>
            <a:r>
              <a:rPr sz="1800" spc="-80" dirty="0">
                <a:latin typeface="Tahoma"/>
                <a:cs typeface="Tahoma"/>
              </a:rPr>
              <a:t> </a:t>
            </a:r>
            <a:r>
              <a:rPr sz="1800" spc="50" dirty="0">
                <a:latin typeface="Tahoma"/>
                <a:cs typeface="Tahoma"/>
              </a:rPr>
              <a:t>atualizações,</a:t>
            </a:r>
            <a:r>
              <a:rPr sz="1800" spc="-80" dirty="0">
                <a:latin typeface="Tahoma"/>
                <a:cs typeface="Tahoma"/>
              </a:rPr>
              <a:t> </a:t>
            </a:r>
            <a:r>
              <a:rPr sz="1800" spc="80" dirty="0">
                <a:latin typeface="Tahoma"/>
                <a:cs typeface="Tahoma"/>
              </a:rPr>
              <a:t>suporte</a:t>
            </a:r>
            <a:r>
              <a:rPr sz="1800" spc="-80" dirty="0">
                <a:latin typeface="Tahoma"/>
                <a:cs typeface="Tahoma"/>
              </a:rPr>
              <a:t> </a:t>
            </a:r>
            <a:r>
              <a:rPr sz="1800" spc="60" dirty="0">
                <a:latin typeface="Tahoma"/>
                <a:cs typeface="Tahoma"/>
              </a:rPr>
              <a:t>técnico</a:t>
            </a:r>
            <a:r>
              <a:rPr sz="1800" spc="-80" dirty="0">
                <a:latin typeface="Tahoma"/>
                <a:cs typeface="Tahoma"/>
              </a:rPr>
              <a:t> </a:t>
            </a:r>
            <a:r>
              <a:rPr sz="1800" spc="85" dirty="0">
                <a:latin typeface="Tahoma"/>
                <a:cs typeface="Tahoma"/>
              </a:rPr>
              <a:t>quando 	</a:t>
            </a:r>
            <a:r>
              <a:rPr sz="1800" spc="40" dirty="0">
                <a:latin typeface="Tahoma"/>
                <a:cs typeface="Tahoma"/>
              </a:rPr>
              <a:t>necessário.</a:t>
            </a:r>
            <a:endParaRPr sz="1800" dirty="0">
              <a:latin typeface="Tahoma"/>
              <a:cs typeface="Tahoma"/>
            </a:endParaRPr>
          </a:p>
          <a:p>
            <a:pPr marL="38100">
              <a:lnSpc>
                <a:spcPts val="5310"/>
              </a:lnSpc>
            </a:pPr>
            <a:r>
              <a:rPr sz="4500" spc="160" dirty="0">
                <a:solidFill>
                  <a:srgbClr val="04617B"/>
                </a:solidFill>
                <a:latin typeface="Tahoma"/>
                <a:cs typeface="Tahoma"/>
              </a:rPr>
              <a:t>Comercialização</a:t>
            </a:r>
            <a:r>
              <a:rPr sz="4500" spc="-229" dirty="0">
                <a:solidFill>
                  <a:srgbClr val="04617B"/>
                </a:solidFill>
                <a:latin typeface="Tahoma"/>
                <a:cs typeface="Tahoma"/>
              </a:rPr>
              <a:t> </a:t>
            </a:r>
            <a:r>
              <a:rPr sz="4500" spc="195" dirty="0">
                <a:solidFill>
                  <a:srgbClr val="04617B"/>
                </a:solidFill>
                <a:latin typeface="Tahoma"/>
                <a:cs typeface="Tahoma"/>
              </a:rPr>
              <a:t>econômica</a:t>
            </a:r>
            <a:r>
              <a:rPr sz="4500" spc="-229" dirty="0">
                <a:solidFill>
                  <a:srgbClr val="04617B"/>
                </a:solidFill>
                <a:latin typeface="Tahoma"/>
                <a:cs typeface="Tahoma"/>
              </a:rPr>
              <a:t> </a:t>
            </a:r>
            <a:r>
              <a:rPr sz="4500" spc="265" dirty="0">
                <a:solidFill>
                  <a:srgbClr val="04617B"/>
                </a:solidFill>
                <a:latin typeface="Tahoma"/>
                <a:cs typeface="Tahoma"/>
              </a:rPr>
              <a:t>do</a:t>
            </a:r>
            <a:r>
              <a:rPr sz="4500" spc="-229" dirty="0">
                <a:solidFill>
                  <a:srgbClr val="04617B"/>
                </a:solidFill>
                <a:latin typeface="Tahoma"/>
                <a:cs typeface="Tahoma"/>
              </a:rPr>
              <a:t> </a:t>
            </a:r>
            <a:r>
              <a:rPr sz="4500" spc="-25" dirty="0">
                <a:solidFill>
                  <a:srgbClr val="04617B"/>
                </a:solidFill>
                <a:latin typeface="Tahoma"/>
                <a:cs typeface="Tahoma"/>
              </a:rPr>
              <a:t>SI</a:t>
            </a:r>
            <a:endParaRPr sz="45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28805" y="1010835"/>
            <a:ext cx="3939540" cy="3370579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 marR="5080" indent="9525">
              <a:lnSpc>
                <a:spcPct val="117500"/>
              </a:lnSpc>
              <a:spcBef>
                <a:spcPts val="70"/>
              </a:spcBef>
            </a:pPr>
            <a:r>
              <a:rPr sz="1700" spc="95" dirty="0">
                <a:latin typeface="Tahoma"/>
                <a:cs typeface="Tahoma"/>
              </a:rPr>
              <a:t>Com</a:t>
            </a:r>
            <a:r>
              <a:rPr sz="1700" spc="-80" dirty="0">
                <a:latin typeface="Tahoma"/>
                <a:cs typeface="Tahoma"/>
              </a:rPr>
              <a:t> </a:t>
            </a:r>
            <a:r>
              <a:rPr sz="1700" spc="60" dirty="0">
                <a:latin typeface="Tahoma"/>
                <a:cs typeface="Tahoma"/>
              </a:rPr>
              <a:t>a</a:t>
            </a:r>
            <a:r>
              <a:rPr sz="1700" spc="-80" dirty="0">
                <a:latin typeface="Tahoma"/>
                <a:cs typeface="Tahoma"/>
              </a:rPr>
              <a:t> </a:t>
            </a:r>
            <a:r>
              <a:rPr sz="1700" spc="55" dirty="0">
                <a:latin typeface="Tahoma"/>
                <a:cs typeface="Tahoma"/>
              </a:rPr>
              <a:t>digitalização</a:t>
            </a:r>
            <a:r>
              <a:rPr sz="1700" spc="-80" dirty="0">
                <a:latin typeface="Tahoma"/>
                <a:cs typeface="Tahoma"/>
              </a:rPr>
              <a:t> </a:t>
            </a:r>
            <a:r>
              <a:rPr sz="1700" spc="50" dirty="0">
                <a:latin typeface="Tahoma"/>
                <a:cs typeface="Tahoma"/>
              </a:rPr>
              <a:t>e</a:t>
            </a:r>
            <a:r>
              <a:rPr sz="1700" spc="-80" dirty="0">
                <a:latin typeface="Tahoma"/>
                <a:cs typeface="Tahoma"/>
              </a:rPr>
              <a:t> </a:t>
            </a:r>
            <a:r>
              <a:rPr sz="1700" spc="60" dirty="0">
                <a:latin typeface="Tahoma"/>
                <a:cs typeface="Tahoma"/>
              </a:rPr>
              <a:t>a</a:t>
            </a:r>
            <a:r>
              <a:rPr sz="1700" spc="-80" dirty="0">
                <a:latin typeface="Tahoma"/>
                <a:cs typeface="Tahoma"/>
              </a:rPr>
              <a:t> </a:t>
            </a:r>
            <a:r>
              <a:rPr sz="1700" spc="55" dirty="0">
                <a:latin typeface="Tahoma"/>
                <a:cs typeface="Tahoma"/>
              </a:rPr>
              <a:t>transformação </a:t>
            </a:r>
            <a:r>
              <a:rPr sz="1700" spc="45" dirty="0">
                <a:latin typeface="Tahoma"/>
                <a:cs typeface="Tahoma"/>
              </a:rPr>
              <a:t>digital,</a:t>
            </a:r>
            <a:r>
              <a:rPr sz="1700" spc="-80" dirty="0">
                <a:latin typeface="Tahoma"/>
                <a:cs typeface="Tahoma"/>
              </a:rPr>
              <a:t> </a:t>
            </a:r>
            <a:r>
              <a:rPr sz="1700" spc="60" dirty="0">
                <a:latin typeface="Tahoma"/>
                <a:cs typeface="Tahoma"/>
              </a:rPr>
              <a:t>a</a:t>
            </a:r>
            <a:r>
              <a:rPr sz="1700" spc="-80" dirty="0">
                <a:latin typeface="Tahoma"/>
                <a:cs typeface="Tahoma"/>
              </a:rPr>
              <a:t> </a:t>
            </a:r>
            <a:r>
              <a:rPr sz="1700" spc="85" dirty="0">
                <a:latin typeface="Tahoma"/>
                <a:cs typeface="Tahoma"/>
              </a:rPr>
              <a:t>demanda</a:t>
            </a:r>
            <a:r>
              <a:rPr sz="1700" spc="-80" dirty="0">
                <a:latin typeface="Tahoma"/>
                <a:cs typeface="Tahoma"/>
              </a:rPr>
              <a:t> </a:t>
            </a:r>
            <a:r>
              <a:rPr sz="1700" spc="90" dirty="0">
                <a:latin typeface="Tahoma"/>
                <a:cs typeface="Tahoma"/>
              </a:rPr>
              <a:t>por</a:t>
            </a:r>
            <a:r>
              <a:rPr sz="1700" spc="-80" dirty="0">
                <a:latin typeface="Tahoma"/>
                <a:cs typeface="Tahoma"/>
              </a:rPr>
              <a:t> </a:t>
            </a:r>
            <a:r>
              <a:rPr sz="1700" spc="-50" dirty="0">
                <a:latin typeface="Tahoma"/>
                <a:cs typeface="Tahoma"/>
              </a:rPr>
              <a:t>SI</a:t>
            </a:r>
            <a:r>
              <a:rPr sz="1700" spc="-80" dirty="0">
                <a:latin typeface="Tahoma"/>
                <a:cs typeface="Tahoma"/>
              </a:rPr>
              <a:t> </a:t>
            </a:r>
            <a:r>
              <a:rPr sz="1700" spc="80" dirty="0">
                <a:latin typeface="Tahoma"/>
                <a:cs typeface="Tahoma"/>
              </a:rPr>
              <a:t>tem</a:t>
            </a:r>
            <a:r>
              <a:rPr sz="1700" spc="-80" dirty="0">
                <a:latin typeface="Tahoma"/>
                <a:cs typeface="Tahoma"/>
              </a:rPr>
              <a:t> </a:t>
            </a:r>
            <a:r>
              <a:rPr sz="1700" spc="40" dirty="0">
                <a:latin typeface="Tahoma"/>
                <a:cs typeface="Tahoma"/>
              </a:rPr>
              <a:t>crescido </a:t>
            </a:r>
            <a:r>
              <a:rPr sz="1700" spc="60" dirty="0">
                <a:latin typeface="Tahoma"/>
                <a:cs typeface="Tahoma"/>
              </a:rPr>
              <a:t>consideravelmente</a:t>
            </a:r>
            <a:r>
              <a:rPr sz="1700" spc="-80" dirty="0">
                <a:latin typeface="Tahoma"/>
                <a:cs typeface="Tahoma"/>
              </a:rPr>
              <a:t> </a:t>
            </a:r>
            <a:r>
              <a:rPr sz="1700" spc="100" dirty="0">
                <a:latin typeface="Tahoma"/>
                <a:cs typeface="Tahoma"/>
              </a:rPr>
              <a:t>em</a:t>
            </a:r>
            <a:r>
              <a:rPr sz="1700" spc="-80" dirty="0">
                <a:latin typeface="Tahoma"/>
                <a:cs typeface="Tahoma"/>
              </a:rPr>
              <a:t> </a:t>
            </a:r>
            <a:r>
              <a:rPr sz="1700" spc="45" dirty="0">
                <a:latin typeface="Tahoma"/>
                <a:cs typeface="Tahoma"/>
              </a:rPr>
              <a:t>diferentes </a:t>
            </a:r>
            <a:r>
              <a:rPr sz="1700" dirty="0">
                <a:latin typeface="Tahoma"/>
                <a:cs typeface="Tahoma"/>
              </a:rPr>
              <a:t>setores,</a:t>
            </a:r>
            <a:r>
              <a:rPr sz="1700" spc="30" dirty="0">
                <a:latin typeface="Tahoma"/>
                <a:cs typeface="Tahoma"/>
              </a:rPr>
              <a:t> </a:t>
            </a:r>
            <a:r>
              <a:rPr sz="1700" spc="75" dirty="0">
                <a:latin typeface="Tahoma"/>
                <a:cs typeface="Tahoma"/>
              </a:rPr>
              <a:t>abrangendo</a:t>
            </a:r>
            <a:r>
              <a:rPr sz="1700" spc="30" dirty="0">
                <a:latin typeface="Tahoma"/>
                <a:cs typeface="Tahoma"/>
              </a:rPr>
              <a:t> </a:t>
            </a:r>
            <a:r>
              <a:rPr sz="1700" spc="65" dirty="0">
                <a:latin typeface="Tahoma"/>
                <a:cs typeface="Tahoma"/>
              </a:rPr>
              <a:t>tanto</a:t>
            </a:r>
            <a:r>
              <a:rPr sz="1700" spc="35" dirty="0">
                <a:latin typeface="Tahoma"/>
                <a:cs typeface="Tahoma"/>
              </a:rPr>
              <a:t> </a:t>
            </a:r>
            <a:r>
              <a:rPr sz="1700" spc="-10" dirty="0">
                <a:latin typeface="Tahoma"/>
                <a:cs typeface="Tahoma"/>
              </a:rPr>
              <a:t>saúde, </a:t>
            </a:r>
            <a:r>
              <a:rPr sz="1700" dirty="0">
                <a:latin typeface="Tahoma"/>
                <a:cs typeface="Tahoma"/>
              </a:rPr>
              <a:t>finanças,</a:t>
            </a:r>
            <a:r>
              <a:rPr sz="1700" spc="65" dirty="0">
                <a:latin typeface="Tahoma"/>
                <a:cs typeface="Tahoma"/>
              </a:rPr>
              <a:t> </a:t>
            </a:r>
            <a:r>
              <a:rPr sz="1700" dirty="0">
                <a:latin typeface="Tahoma"/>
                <a:cs typeface="Tahoma"/>
              </a:rPr>
              <a:t>varejo</a:t>
            </a:r>
            <a:r>
              <a:rPr sz="1700" spc="65" dirty="0">
                <a:latin typeface="Tahoma"/>
                <a:cs typeface="Tahoma"/>
              </a:rPr>
              <a:t> </a:t>
            </a:r>
            <a:r>
              <a:rPr sz="1700" spc="50" dirty="0">
                <a:latin typeface="Tahoma"/>
                <a:cs typeface="Tahoma"/>
              </a:rPr>
              <a:t>e</a:t>
            </a:r>
            <a:r>
              <a:rPr sz="1700" spc="70" dirty="0">
                <a:latin typeface="Tahoma"/>
                <a:cs typeface="Tahoma"/>
              </a:rPr>
              <a:t> </a:t>
            </a:r>
            <a:r>
              <a:rPr sz="1700" spc="60" dirty="0">
                <a:latin typeface="Tahoma"/>
                <a:cs typeface="Tahoma"/>
              </a:rPr>
              <a:t>manutenção.</a:t>
            </a:r>
            <a:r>
              <a:rPr sz="1700" spc="65" dirty="0">
                <a:latin typeface="Tahoma"/>
                <a:cs typeface="Tahoma"/>
              </a:rPr>
              <a:t> </a:t>
            </a:r>
            <a:r>
              <a:rPr sz="1700" spc="60" dirty="0">
                <a:latin typeface="Tahoma"/>
                <a:cs typeface="Tahoma"/>
              </a:rPr>
              <a:t>Dado </a:t>
            </a:r>
            <a:r>
              <a:rPr sz="1700" dirty="0">
                <a:latin typeface="Tahoma"/>
                <a:cs typeface="Tahoma"/>
              </a:rPr>
              <a:t>que,</a:t>
            </a:r>
            <a:r>
              <a:rPr sz="1700" spc="-30" dirty="0">
                <a:latin typeface="Tahoma"/>
                <a:cs typeface="Tahoma"/>
              </a:rPr>
              <a:t> </a:t>
            </a:r>
            <a:r>
              <a:rPr sz="1700" spc="65" dirty="0">
                <a:latin typeface="Tahoma"/>
                <a:cs typeface="Tahoma"/>
              </a:rPr>
              <a:t>possui</a:t>
            </a:r>
            <a:r>
              <a:rPr sz="1700" spc="-25" dirty="0">
                <a:latin typeface="Tahoma"/>
                <a:cs typeface="Tahoma"/>
              </a:rPr>
              <a:t> </a:t>
            </a:r>
            <a:r>
              <a:rPr sz="1700" spc="100" dirty="0">
                <a:latin typeface="Tahoma"/>
                <a:cs typeface="Tahoma"/>
              </a:rPr>
              <a:t>uma</a:t>
            </a:r>
            <a:r>
              <a:rPr sz="1700" spc="-30" dirty="0">
                <a:latin typeface="Tahoma"/>
                <a:cs typeface="Tahoma"/>
              </a:rPr>
              <a:t> </a:t>
            </a:r>
            <a:r>
              <a:rPr sz="1700" spc="65" dirty="0">
                <a:latin typeface="Tahoma"/>
                <a:cs typeface="Tahoma"/>
              </a:rPr>
              <a:t>segmentação</a:t>
            </a:r>
            <a:r>
              <a:rPr sz="1700" spc="-25" dirty="0">
                <a:latin typeface="Tahoma"/>
                <a:cs typeface="Tahoma"/>
              </a:rPr>
              <a:t> </a:t>
            </a:r>
            <a:r>
              <a:rPr sz="1700" spc="50" dirty="0">
                <a:latin typeface="Tahoma"/>
                <a:cs typeface="Tahoma"/>
              </a:rPr>
              <a:t>de </a:t>
            </a:r>
            <a:r>
              <a:rPr sz="1700" spc="75" dirty="0">
                <a:latin typeface="Tahoma"/>
                <a:cs typeface="Tahoma"/>
              </a:rPr>
              <a:t>mercado</a:t>
            </a:r>
            <a:r>
              <a:rPr sz="1700" spc="-80" dirty="0">
                <a:latin typeface="Tahoma"/>
                <a:cs typeface="Tahoma"/>
              </a:rPr>
              <a:t> </a:t>
            </a:r>
            <a:r>
              <a:rPr sz="1700" spc="60" dirty="0">
                <a:latin typeface="Tahoma"/>
                <a:cs typeface="Tahoma"/>
              </a:rPr>
              <a:t>diferenciado</a:t>
            </a:r>
            <a:r>
              <a:rPr sz="1700" spc="-75" dirty="0">
                <a:latin typeface="Tahoma"/>
                <a:cs typeface="Tahoma"/>
              </a:rPr>
              <a:t> </a:t>
            </a:r>
            <a:r>
              <a:rPr sz="1700" spc="65" dirty="0">
                <a:latin typeface="Tahoma"/>
                <a:cs typeface="Tahoma"/>
              </a:rPr>
              <a:t>tanto</a:t>
            </a:r>
            <a:r>
              <a:rPr sz="1700" spc="-80" dirty="0">
                <a:latin typeface="Tahoma"/>
                <a:cs typeface="Tahoma"/>
              </a:rPr>
              <a:t> </a:t>
            </a:r>
            <a:r>
              <a:rPr sz="1700" spc="75" dirty="0">
                <a:latin typeface="Tahoma"/>
                <a:cs typeface="Tahoma"/>
              </a:rPr>
              <a:t>em </a:t>
            </a:r>
            <a:r>
              <a:rPr sz="1700" spc="45" dirty="0">
                <a:latin typeface="Tahoma"/>
                <a:cs typeface="Tahoma"/>
              </a:rPr>
              <a:t>Software</a:t>
            </a:r>
            <a:r>
              <a:rPr sz="1700" spc="-85" dirty="0">
                <a:latin typeface="Tahoma"/>
                <a:cs typeface="Tahoma"/>
              </a:rPr>
              <a:t> </a:t>
            </a:r>
            <a:r>
              <a:rPr sz="1700" spc="75" dirty="0">
                <a:latin typeface="Tahoma"/>
                <a:cs typeface="Tahoma"/>
              </a:rPr>
              <a:t>de</a:t>
            </a:r>
            <a:r>
              <a:rPr sz="1700" spc="-80" dirty="0">
                <a:latin typeface="Tahoma"/>
                <a:cs typeface="Tahoma"/>
              </a:rPr>
              <a:t> </a:t>
            </a:r>
            <a:r>
              <a:rPr sz="1700" spc="65" dirty="0">
                <a:latin typeface="Tahoma"/>
                <a:cs typeface="Tahoma"/>
              </a:rPr>
              <a:t>gestão</a:t>
            </a:r>
            <a:r>
              <a:rPr sz="1700" spc="-80" dirty="0">
                <a:latin typeface="Tahoma"/>
                <a:cs typeface="Tahoma"/>
              </a:rPr>
              <a:t> </a:t>
            </a:r>
            <a:r>
              <a:rPr sz="1700" spc="65" dirty="0">
                <a:latin typeface="Tahoma"/>
                <a:cs typeface="Tahoma"/>
              </a:rPr>
              <a:t>empresarial</a:t>
            </a:r>
            <a:r>
              <a:rPr sz="1700" spc="-80" dirty="0">
                <a:latin typeface="Tahoma"/>
                <a:cs typeface="Tahoma"/>
              </a:rPr>
              <a:t> </a:t>
            </a:r>
            <a:r>
              <a:rPr sz="1700" spc="-10" dirty="0">
                <a:latin typeface="Tahoma"/>
                <a:cs typeface="Tahoma"/>
              </a:rPr>
              <a:t>(ERP), </a:t>
            </a:r>
            <a:r>
              <a:rPr sz="1700" spc="60" dirty="0">
                <a:latin typeface="Tahoma"/>
                <a:cs typeface="Tahoma"/>
              </a:rPr>
              <a:t>sistema</a:t>
            </a:r>
            <a:r>
              <a:rPr sz="1700" spc="-85" dirty="0">
                <a:latin typeface="Tahoma"/>
                <a:cs typeface="Tahoma"/>
              </a:rPr>
              <a:t> </a:t>
            </a:r>
            <a:r>
              <a:rPr sz="1700" spc="75" dirty="0">
                <a:latin typeface="Tahoma"/>
                <a:cs typeface="Tahoma"/>
              </a:rPr>
              <a:t>de</a:t>
            </a:r>
            <a:r>
              <a:rPr sz="1700" spc="-85" dirty="0">
                <a:latin typeface="Tahoma"/>
                <a:cs typeface="Tahoma"/>
              </a:rPr>
              <a:t> </a:t>
            </a:r>
            <a:r>
              <a:rPr sz="1700" spc="65" dirty="0">
                <a:latin typeface="Tahoma"/>
                <a:cs typeface="Tahoma"/>
              </a:rPr>
              <a:t>gestão</a:t>
            </a:r>
            <a:r>
              <a:rPr sz="1700" spc="-85" dirty="0">
                <a:latin typeface="Tahoma"/>
                <a:cs typeface="Tahoma"/>
              </a:rPr>
              <a:t> </a:t>
            </a:r>
            <a:r>
              <a:rPr sz="1700" spc="75" dirty="0">
                <a:latin typeface="Tahoma"/>
                <a:cs typeface="Tahoma"/>
              </a:rPr>
              <a:t>de</a:t>
            </a:r>
            <a:r>
              <a:rPr sz="1700" spc="-85" dirty="0">
                <a:latin typeface="Tahoma"/>
                <a:cs typeface="Tahoma"/>
              </a:rPr>
              <a:t> </a:t>
            </a:r>
            <a:r>
              <a:rPr sz="1700" spc="55" dirty="0">
                <a:latin typeface="Tahoma"/>
                <a:cs typeface="Tahoma"/>
              </a:rPr>
              <a:t>relacionamentos </a:t>
            </a:r>
            <a:r>
              <a:rPr sz="1700" spc="90" dirty="0">
                <a:latin typeface="Tahoma"/>
                <a:cs typeface="Tahoma"/>
              </a:rPr>
              <a:t>com</a:t>
            </a:r>
            <a:r>
              <a:rPr sz="1700" spc="-80" dirty="0">
                <a:latin typeface="Tahoma"/>
                <a:cs typeface="Tahoma"/>
              </a:rPr>
              <a:t> </a:t>
            </a:r>
            <a:r>
              <a:rPr sz="1700" spc="100" dirty="0">
                <a:latin typeface="Tahoma"/>
                <a:cs typeface="Tahoma"/>
              </a:rPr>
              <a:t>o</a:t>
            </a:r>
            <a:r>
              <a:rPr sz="1700" spc="-75" dirty="0">
                <a:latin typeface="Tahoma"/>
                <a:cs typeface="Tahoma"/>
              </a:rPr>
              <a:t> </a:t>
            </a:r>
            <a:r>
              <a:rPr sz="1700" spc="45" dirty="0">
                <a:latin typeface="Tahoma"/>
                <a:cs typeface="Tahoma"/>
              </a:rPr>
              <a:t>cliente</a:t>
            </a:r>
            <a:r>
              <a:rPr sz="1700" spc="-80" dirty="0">
                <a:latin typeface="Tahoma"/>
                <a:cs typeface="Tahoma"/>
              </a:rPr>
              <a:t> </a:t>
            </a:r>
            <a:r>
              <a:rPr sz="1700" spc="-20" dirty="0">
                <a:latin typeface="Tahoma"/>
                <a:cs typeface="Tahoma"/>
              </a:rPr>
              <a:t>(CRM),</a:t>
            </a:r>
            <a:r>
              <a:rPr sz="1700" spc="-75" dirty="0">
                <a:latin typeface="Tahoma"/>
                <a:cs typeface="Tahoma"/>
              </a:rPr>
              <a:t> </a:t>
            </a:r>
            <a:r>
              <a:rPr sz="1700" spc="60" dirty="0">
                <a:latin typeface="Tahoma"/>
                <a:cs typeface="Tahoma"/>
              </a:rPr>
              <a:t>sistema</a:t>
            </a:r>
            <a:r>
              <a:rPr sz="1700" spc="-80" dirty="0">
                <a:latin typeface="Tahoma"/>
                <a:cs typeface="Tahoma"/>
              </a:rPr>
              <a:t> </a:t>
            </a:r>
            <a:r>
              <a:rPr sz="1700" spc="50" dirty="0">
                <a:latin typeface="Tahoma"/>
                <a:cs typeface="Tahoma"/>
              </a:rPr>
              <a:t>de </a:t>
            </a:r>
            <a:r>
              <a:rPr sz="1700" spc="55" dirty="0">
                <a:latin typeface="Tahoma"/>
                <a:cs typeface="Tahoma"/>
              </a:rPr>
              <a:t>análise</a:t>
            </a:r>
            <a:r>
              <a:rPr sz="1700" spc="-75" dirty="0">
                <a:latin typeface="Tahoma"/>
                <a:cs typeface="Tahoma"/>
              </a:rPr>
              <a:t> </a:t>
            </a:r>
            <a:r>
              <a:rPr sz="1700" spc="75" dirty="0">
                <a:latin typeface="Tahoma"/>
                <a:cs typeface="Tahoma"/>
              </a:rPr>
              <a:t>de</a:t>
            </a:r>
            <a:r>
              <a:rPr sz="1700" spc="-75" dirty="0">
                <a:latin typeface="Tahoma"/>
                <a:cs typeface="Tahoma"/>
              </a:rPr>
              <a:t> </a:t>
            </a:r>
            <a:r>
              <a:rPr sz="1700" spc="75" dirty="0">
                <a:latin typeface="Tahoma"/>
                <a:cs typeface="Tahoma"/>
              </a:rPr>
              <a:t>dados</a:t>
            </a:r>
            <a:r>
              <a:rPr sz="1700" spc="-70" dirty="0">
                <a:latin typeface="Tahoma"/>
                <a:cs typeface="Tahoma"/>
              </a:rPr>
              <a:t> </a:t>
            </a:r>
            <a:r>
              <a:rPr sz="1700" spc="-75" dirty="0">
                <a:latin typeface="Tahoma"/>
                <a:cs typeface="Tahoma"/>
              </a:rPr>
              <a:t>(BI), </a:t>
            </a:r>
            <a:r>
              <a:rPr sz="1700" spc="55" dirty="0">
                <a:latin typeface="Tahoma"/>
                <a:cs typeface="Tahoma"/>
              </a:rPr>
              <a:t>entre</a:t>
            </a:r>
            <a:r>
              <a:rPr sz="1700" spc="-70" dirty="0">
                <a:latin typeface="Tahoma"/>
                <a:cs typeface="Tahoma"/>
              </a:rPr>
              <a:t> </a:t>
            </a:r>
            <a:r>
              <a:rPr sz="1700" spc="40" dirty="0">
                <a:latin typeface="Tahoma"/>
                <a:cs typeface="Tahoma"/>
              </a:rPr>
              <a:t>outros.</a:t>
            </a:r>
            <a:endParaRPr sz="1700">
              <a:latin typeface="Tahoma"/>
              <a:cs typeface="Tahom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84929" y="521543"/>
            <a:ext cx="4391024" cy="297179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24855" y="575255"/>
            <a:ext cx="3689350" cy="4193540"/>
          </a:xfrm>
          <a:prstGeom prst="rect">
            <a:avLst/>
          </a:prstGeom>
        </p:spPr>
        <p:txBody>
          <a:bodyPr vert="horz" wrap="square" lIns="0" tIns="206375" rIns="0" bIns="0" rtlCol="0">
            <a:spAutoFit/>
          </a:bodyPr>
          <a:lstStyle/>
          <a:p>
            <a:pPr marL="342265">
              <a:lnSpc>
                <a:spcPct val="100000"/>
              </a:lnSpc>
              <a:spcBef>
                <a:spcPts val="1625"/>
              </a:spcBef>
            </a:pPr>
            <a:r>
              <a:rPr sz="2400" spc="35" dirty="0">
                <a:latin typeface="Tahoma"/>
                <a:cs typeface="Tahoma"/>
              </a:rPr>
              <a:t>Vantagens:</a:t>
            </a:r>
            <a:endParaRPr sz="2400">
              <a:latin typeface="Tahoma"/>
              <a:cs typeface="Tahoma"/>
            </a:endParaRPr>
          </a:p>
          <a:p>
            <a:pPr marL="38100" marR="30480" indent="120014">
              <a:lnSpc>
                <a:spcPct val="150000"/>
              </a:lnSpc>
              <a:spcBef>
                <a:spcPts val="90"/>
              </a:spcBef>
              <a:buClr>
                <a:srgbClr val="04617B"/>
              </a:buClr>
              <a:buSzPct val="43750"/>
              <a:buFont typeface="Microsoft Sans Serif"/>
              <a:buChar char="●"/>
              <a:tabLst>
                <a:tab pos="158115" algn="l"/>
              </a:tabLst>
            </a:pPr>
            <a:r>
              <a:rPr sz="2400" spc="120" dirty="0">
                <a:latin typeface="Tahoma"/>
                <a:cs typeface="Tahoma"/>
              </a:rPr>
              <a:t>Melhora</a:t>
            </a:r>
            <a:r>
              <a:rPr sz="2400" spc="-120" dirty="0">
                <a:latin typeface="Tahoma"/>
                <a:cs typeface="Tahoma"/>
              </a:rPr>
              <a:t> </a:t>
            </a:r>
            <a:r>
              <a:rPr sz="2400" spc="75" dirty="0">
                <a:latin typeface="Tahoma"/>
                <a:cs typeface="Tahoma"/>
              </a:rPr>
              <a:t>a</a:t>
            </a:r>
            <a:r>
              <a:rPr sz="2400" spc="-114" dirty="0">
                <a:latin typeface="Tahoma"/>
                <a:cs typeface="Tahoma"/>
              </a:rPr>
              <a:t> </a:t>
            </a:r>
            <a:r>
              <a:rPr sz="2400" spc="55" dirty="0">
                <a:latin typeface="Tahoma"/>
                <a:cs typeface="Tahoma"/>
              </a:rPr>
              <a:t>comunicação; </a:t>
            </a:r>
            <a:r>
              <a:rPr sz="2400" spc="110" dirty="0">
                <a:latin typeface="Tahoma"/>
                <a:cs typeface="Tahoma"/>
              </a:rPr>
              <a:t>Aumenta</a:t>
            </a:r>
            <a:r>
              <a:rPr sz="2400" spc="-130" dirty="0">
                <a:latin typeface="Tahoma"/>
                <a:cs typeface="Tahoma"/>
              </a:rPr>
              <a:t> </a:t>
            </a:r>
            <a:r>
              <a:rPr sz="2400" spc="75" dirty="0">
                <a:latin typeface="Tahoma"/>
                <a:cs typeface="Tahoma"/>
              </a:rPr>
              <a:t>a</a:t>
            </a:r>
            <a:r>
              <a:rPr sz="2400" spc="-130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eficiência;</a:t>
            </a:r>
            <a:endParaRPr sz="2400">
              <a:latin typeface="Tahoma"/>
              <a:cs typeface="Tahoma"/>
            </a:endParaRPr>
          </a:p>
          <a:p>
            <a:pPr marL="157480" marR="454659" indent="-120014">
              <a:lnSpc>
                <a:spcPct val="113799"/>
              </a:lnSpc>
              <a:spcBef>
                <a:spcPts val="1395"/>
              </a:spcBef>
              <a:buClr>
                <a:srgbClr val="04617B"/>
              </a:buClr>
              <a:buSzPct val="43750"/>
              <a:buFont typeface="Microsoft Sans Serif"/>
              <a:buChar char="●"/>
              <a:tabLst>
                <a:tab pos="361315" algn="l"/>
              </a:tabLst>
            </a:pPr>
            <a:r>
              <a:rPr sz="2400" spc="120" dirty="0">
                <a:latin typeface="Tahoma"/>
                <a:cs typeface="Tahoma"/>
              </a:rPr>
              <a:t>Melhora</a:t>
            </a:r>
            <a:r>
              <a:rPr sz="2400" spc="-120" dirty="0">
                <a:latin typeface="Tahoma"/>
                <a:cs typeface="Tahoma"/>
              </a:rPr>
              <a:t> </a:t>
            </a:r>
            <a:r>
              <a:rPr sz="2400" spc="75" dirty="0">
                <a:latin typeface="Tahoma"/>
                <a:cs typeface="Tahoma"/>
              </a:rPr>
              <a:t>a</a:t>
            </a:r>
            <a:r>
              <a:rPr sz="2400" spc="-114" dirty="0">
                <a:latin typeface="Tahoma"/>
                <a:cs typeface="Tahoma"/>
              </a:rPr>
              <a:t> </a:t>
            </a:r>
            <a:r>
              <a:rPr sz="2400" spc="114" dirty="0">
                <a:latin typeface="Tahoma"/>
                <a:cs typeface="Tahoma"/>
              </a:rPr>
              <a:t>tomada</a:t>
            </a:r>
            <a:r>
              <a:rPr sz="2400" spc="-120" dirty="0">
                <a:latin typeface="Tahoma"/>
                <a:cs typeface="Tahoma"/>
              </a:rPr>
              <a:t> </a:t>
            </a:r>
            <a:r>
              <a:rPr sz="2400" spc="85" dirty="0">
                <a:latin typeface="Tahoma"/>
                <a:cs typeface="Tahoma"/>
              </a:rPr>
              <a:t>de 	</a:t>
            </a:r>
            <a:r>
              <a:rPr sz="2400" spc="35" dirty="0">
                <a:latin typeface="Tahoma"/>
                <a:cs typeface="Tahoma"/>
              </a:rPr>
              <a:t>decisões;</a:t>
            </a:r>
            <a:endParaRPr sz="2400">
              <a:latin typeface="Tahoma"/>
              <a:cs typeface="Tahoma"/>
            </a:endParaRPr>
          </a:p>
          <a:p>
            <a:pPr marL="157480" marR="1017269" indent="-120014">
              <a:lnSpc>
                <a:spcPts val="2850"/>
              </a:lnSpc>
              <a:spcBef>
                <a:spcPts val="1739"/>
              </a:spcBef>
              <a:buClr>
                <a:srgbClr val="04617B"/>
              </a:buClr>
              <a:buSzPct val="43750"/>
              <a:buFont typeface="Microsoft Sans Serif"/>
              <a:buChar char="●"/>
              <a:tabLst>
                <a:tab pos="551815" algn="l"/>
              </a:tabLst>
            </a:pPr>
            <a:r>
              <a:rPr sz="2400" spc="80" dirty="0">
                <a:latin typeface="Tahoma"/>
                <a:cs typeface="Tahoma"/>
              </a:rPr>
              <a:t>Reduz</a:t>
            </a:r>
            <a:r>
              <a:rPr sz="2400" spc="-120" dirty="0">
                <a:latin typeface="Tahoma"/>
                <a:cs typeface="Tahoma"/>
              </a:rPr>
              <a:t> </a:t>
            </a:r>
            <a:r>
              <a:rPr sz="2400" spc="45" dirty="0">
                <a:latin typeface="Tahoma"/>
                <a:cs typeface="Tahoma"/>
              </a:rPr>
              <a:t>custos. 	</a:t>
            </a:r>
            <a:r>
              <a:rPr sz="2400" spc="50" dirty="0">
                <a:latin typeface="Tahoma"/>
                <a:cs typeface="Tahoma"/>
              </a:rPr>
              <a:t>Desvantagens:</a:t>
            </a:r>
            <a:endParaRPr sz="2400">
              <a:latin typeface="Tahoma"/>
              <a:cs typeface="Tahoma"/>
            </a:endParaRPr>
          </a:p>
          <a:p>
            <a:pPr marL="338455" lvl="1" indent="-120014">
              <a:lnSpc>
                <a:spcPct val="100000"/>
              </a:lnSpc>
              <a:spcBef>
                <a:spcPts val="1410"/>
              </a:spcBef>
              <a:buClr>
                <a:srgbClr val="04617B"/>
              </a:buClr>
              <a:buSzPct val="43750"/>
              <a:buFont typeface="Microsoft Sans Serif"/>
              <a:buChar char="●"/>
              <a:tabLst>
                <a:tab pos="338455" algn="l"/>
              </a:tabLst>
            </a:pPr>
            <a:r>
              <a:rPr sz="2400" spc="90" dirty="0">
                <a:latin typeface="Tahoma"/>
                <a:cs typeface="Tahoma"/>
              </a:rPr>
              <a:t>Custo</a:t>
            </a:r>
            <a:r>
              <a:rPr sz="2400" spc="-125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elevado;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342171" y="1406290"/>
            <a:ext cx="108585" cy="1905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050" spc="-50" dirty="0">
                <a:solidFill>
                  <a:srgbClr val="04617B"/>
                </a:solidFill>
                <a:latin typeface="Microsoft Sans Serif"/>
                <a:cs typeface="Microsoft Sans Serif"/>
              </a:rPr>
              <a:t>●</a:t>
            </a:r>
            <a:endParaRPr sz="105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260355" y="327099"/>
            <a:ext cx="3841115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20014">
              <a:lnSpc>
                <a:spcPct val="150000"/>
              </a:lnSpc>
              <a:spcBef>
                <a:spcPts val="100"/>
              </a:spcBef>
              <a:buClr>
                <a:srgbClr val="04617B"/>
              </a:buClr>
              <a:buSzPct val="43750"/>
              <a:buFont typeface="Microsoft Sans Serif"/>
              <a:buChar char="●"/>
              <a:tabLst>
                <a:tab pos="132715" algn="l"/>
              </a:tabLst>
            </a:pPr>
            <a:r>
              <a:rPr sz="2400" spc="95" dirty="0">
                <a:latin typeface="Tahoma"/>
                <a:cs typeface="Tahoma"/>
              </a:rPr>
              <a:t>Dependência</a:t>
            </a:r>
            <a:r>
              <a:rPr sz="2400" spc="-114" dirty="0">
                <a:latin typeface="Tahoma"/>
                <a:cs typeface="Tahoma"/>
              </a:rPr>
              <a:t> </a:t>
            </a:r>
            <a:r>
              <a:rPr sz="2400" spc="50" dirty="0">
                <a:latin typeface="Tahoma"/>
                <a:cs typeface="Tahoma"/>
              </a:rPr>
              <a:t>tecnológica; </a:t>
            </a:r>
            <a:r>
              <a:rPr sz="2400" spc="105" dirty="0">
                <a:latin typeface="Tahoma"/>
                <a:cs typeface="Tahoma"/>
              </a:rPr>
              <a:t>Problemas</a:t>
            </a:r>
            <a:r>
              <a:rPr sz="2400" spc="-120" dirty="0">
                <a:latin typeface="Tahoma"/>
                <a:cs typeface="Tahoma"/>
              </a:rPr>
              <a:t> </a:t>
            </a:r>
            <a:r>
              <a:rPr sz="2400" spc="110" dirty="0">
                <a:latin typeface="Tahoma"/>
                <a:cs typeface="Tahoma"/>
              </a:rPr>
              <a:t>de</a:t>
            </a:r>
            <a:r>
              <a:rPr sz="2400" spc="-120" dirty="0">
                <a:latin typeface="Tahoma"/>
                <a:cs typeface="Tahoma"/>
              </a:rPr>
              <a:t> </a:t>
            </a:r>
            <a:r>
              <a:rPr sz="2400" spc="45" dirty="0">
                <a:latin typeface="Tahoma"/>
                <a:cs typeface="Tahoma"/>
              </a:rPr>
              <a:t>privacidade;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154661" y="587141"/>
            <a:ext cx="108585" cy="1905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050" spc="-50" dirty="0">
                <a:solidFill>
                  <a:srgbClr val="04617B"/>
                </a:solidFill>
                <a:latin typeface="Microsoft Sans Serif"/>
                <a:cs typeface="Microsoft Sans Serif"/>
              </a:rPr>
              <a:t>●</a:t>
            </a:r>
            <a:endParaRPr sz="1050">
              <a:latin typeface="Microsoft Sans Serif"/>
              <a:cs typeface="Microsoft Sans Serif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128273" y="1135850"/>
            <a:ext cx="108585" cy="1905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050" spc="-50" dirty="0">
                <a:solidFill>
                  <a:srgbClr val="04617B"/>
                </a:solidFill>
                <a:latin typeface="Microsoft Sans Serif"/>
                <a:cs typeface="Microsoft Sans Serif"/>
              </a:rPr>
              <a:t>●</a:t>
            </a:r>
            <a:endParaRPr sz="1050">
              <a:latin typeface="Microsoft Sans Serif"/>
              <a:cs typeface="Microsoft Sans Serif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260355" y="1611071"/>
            <a:ext cx="298513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80" dirty="0">
                <a:latin typeface="Tahoma"/>
                <a:cs typeface="Tahoma"/>
              </a:rPr>
              <a:t>Sobre</a:t>
            </a:r>
            <a:r>
              <a:rPr sz="2400" spc="-125" dirty="0">
                <a:latin typeface="Tahoma"/>
                <a:cs typeface="Tahoma"/>
              </a:rPr>
              <a:t> </a:t>
            </a:r>
            <a:r>
              <a:rPr sz="2400" spc="80" dirty="0">
                <a:latin typeface="Tahoma"/>
                <a:cs typeface="Tahoma"/>
              </a:rPr>
              <a:t>carga</a:t>
            </a:r>
            <a:r>
              <a:rPr sz="2400" spc="-125" dirty="0">
                <a:latin typeface="Tahoma"/>
                <a:cs typeface="Tahoma"/>
              </a:rPr>
              <a:t> </a:t>
            </a:r>
            <a:r>
              <a:rPr sz="2400" spc="100" dirty="0">
                <a:latin typeface="Tahoma"/>
                <a:cs typeface="Tahoma"/>
              </a:rPr>
              <a:t>na</a:t>
            </a:r>
            <a:r>
              <a:rPr sz="2400" spc="-120" dirty="0">
                <a:latin typeface="Tahoma"/>
                <a:cs typeface="Tahoma"/>
              </a:rPr>
              <a:t> </a:t>
            </a:r>
            <a:r>
              <a:rPr sz="2400" spc="-20" dirty="0">
                <a:latin typeface="Tahoma"/>
                <a:cs typeface="Tahoma"/>
              </a:rPr>
              <a:t>rede;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298908" y="1688300"/>
            <a:ext cx="108585" cy="1905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050" spc="-50" dirty="0">
                <a:solidFill>
                  <a:srgbClr val="04617B"/>
                </a:solidFill>
                <a:latin typeface="Microsoft Sans Serif"/>
                <a:cs typeface="Microsoft Sans Serif"/>
              </a:rPr>
              <a:t>●</a:t>
            </a:r>
            <a:endParaRPr sz="1050">
              <a:latin typeface="Microsoft Sans Serif"/>
              <a:cs typeface="Microsoft Sans Serif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260355" y="2163521"/>
            <a:ext cx="396811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114" dirty="0">
                <a:latin typeface="Tahoma"/>
                <a:cs typeface="Tahoma"/>
              </a:rPr>
              <a:t>Mensagens</a:t>
            </a:r>
            <a:r>
              <a:rPr sz="2400" spc="-114" dirty="0">
                <a:latin typeface="Tahoma"/>
                <a:cs typeface="Tahoma"/>
              </a:rPr>
              <a:t> </a:t>
            </a:r>
            <a:r>
              <a:rPr sz="2400" spc="55" dirty="0">
                <a:latin typeface="Tahoma"/>
                <a:cs typeface="Tahoma"/>
              </a:rPr>
              <a:t>sujeitas</a:t>
            </a:r>
            <a:r>
              <a:rPr sz="2400" spc="-110" dirty="0">
                <a:latin typeface="Tahoma"/>
                <a:cs typeface="Tahoma"/>
              </a:rPr>
              <a:t> </a:t>
            </a:r>
            <a:r>
              <a:rPr sz="2400" spc="75" dirty="0">
                <a:latin typeface="Tahoma"/>
                <a:cs typeface="Tahoma"/>
              </a:rPr>
              <a:t>a</a:t>
            </a:r>
            <a:r>
              <a:rPr sz="2400" spc="-110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falha;</a:t>
            </a:r>
            <a:endParaRPr sz="2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Personalizar</PresentationFormat>
  <Slides>9</Slides>
  <Notes>0</Notes>
  <HiddenSlides>0</HiddenSlide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0" baseType="lpstr">
      <vt:lpstr>Office Theme</vt:lpstr>
      <vt:lpstr>SISTEMA DE INFORMAÇÃO!</vt:lpstr>
      <vt:lpstr>do SI; FUNDAMENTOS DO SI</vt:lpstr>
      <vt:lpstr>direcionamento na tomadas de decisões.</vt:lpstr>
      <vt:lpstr>Apresentação do PowerPoint</vt:lpstr>
      <vt:lpstr>06. Desafios:</vt:lpstr>
      <vt:lpstr>Desenvolvimento e aplicação do SI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ATIVIDADE I, SISTEMA DE INFORMAÇÃO</dc:title>
  <cp:lastModifiedBy>Usuário Convidado</cp:lastModifiedBy>
  <cp:revision>1</cp:revision>
  <dcterms:created xsi:type="dcterms:W3CDTF">2025-03-21T03:27:36Z</dcterms:created>
  <dcterms:modified xsi:type="dcterms:W3CDTF">2025-03-21T10:14:16Z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2025-03-21T00:00:00Z</vt:filetime>
  </property>
  <property fmtid="{D5CDD505-2E9C-101B-9397-08002B2CF9AE}" pid="3" name="Producer">
    <vt:lpwstr>Skia/PDF m136 Google Docs Renderer</vt:lpwstr>
  </property>
  <property fmtid="{D5CDD505-2E9C-101B-9397-08002B2CF9AE}" pid="4" name="LastSaved">
    <vt:filetime>2025-03-21T00:00:00Z</vt:filetime>
  </property>
</Properties>
</file>